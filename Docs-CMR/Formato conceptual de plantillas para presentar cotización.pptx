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68BF6-0918-F880-CCB4-955EE46D0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979CD4-1658-4BD3-4EF6-3A84E8ABE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C1406-A269-8919-B450-69F0E9B25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EA0790-3844-5D80-CAA8-113BCE18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5EDB6F-B996-E8C8-3593-3141BA36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8191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3DEDA-D384-D453-6E7C-5E1D3C36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D0270-7CA8-1EFA-77CF-8AA40BD1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A58142-595A-8EBC-545C-4ACEFC248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331C61-F631-A0DA-51F1-D64B2A89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DE723E-08E7-39BE-A670-52930051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638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E9666-A510-411E-9F2E-059F1529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69D5C3-E23F-97FC-5C70-C1559812A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103B3D-B768-A4E7-EF8E-1E5FF8AE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6790F-9CA0-69D8-583D-026C8BF8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ED6A2E-47D2-1EA7-102D-F9BC24A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00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7D770-44F9-4B93-4BB1-2E9D9E91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3DE19E-FBE3-85B1-8020-20BA8DF8C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392E26-041C-F0A2-66CB-19E4044D4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6EA29-8B22-0501-F3DB-EBFD07B0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8312C2-3138-85A3-7E3F-319A6AC4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93F8D3-B4B7-D5C3-B7DE-5B7DD9B5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6954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011B78-829E-4FF5-ED1E-6BC484A4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FDA55-57D0-A799-22C0-5BB5867D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D2FB6B-534C-EF94-8B48-634B0DA58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9E5A294-B6E5-7970-14BD-5ACA875B5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76E724-9DD6-3AEC-A315-C867962FB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384F10-A83D-341D-B052-0640412D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F8FF4A4-0536-F61D-23F6-97BDD61D7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44B94B-A07F-0A4C-EDF6-41FB5B44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665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4D1F4-6ED0-907B-EBFB-5D86F10A0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27EE8C-3908-F55A-1A38-33CC2954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30D7A8-AB54-D59D-5642-ABB315CE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D55651-50C6-FBB5-3EA7-25E356A2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64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5E7676-4943-E4B5-083D-577BC438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25171F-7AC9-A637-5FB0-7D777539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1B16A3-042C-E9D1-16D9-D451D5C9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072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B102A1-4FDE-38D4-2AED-76B710A5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33D12A-495D-5DF2-5A04-8BC7D627C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DC83AC-807B-C439-135F-CB82F5117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B5A832-B44C-F890-43AB-8DBD3BE9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99EC7F-9368-B0D5-57BA-F2EB1C1F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8A4EA4-51C9-E72C-5DE3-9B715C77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672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DD329-1841-C3BD-3C08-3892A538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D600B7-4FDA-F764-8D8A-590B41FFC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0BE4B0-5154-58E8-EC8C-A1A9F04EF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54F05B-FC9E-211F-2CE5-25AADE221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68DE1B-3383-0B48-6E52-7C11FB71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853E29-5F36-8326-B4A1-976C8E21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964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10E3-CE60-F1DD-9238-87979F5F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C6A8C3-686E-FF2B-D265-8D7179995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565ACB-B3E8-EE63-E67D-64E561B3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777CEB-AA33-B5FB-5887-21AB3555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5FC799-D01A-61E4-CB54-8DBB75657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928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27B89-63FF-5BFC-FA37-D1ACBC750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7B6711-29F3-7EEA-ED92-C52A6F6E2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B4FDC-13F2-49A5-FC72-BA12F543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0CE6F-A001-EE4C-CF60-3D5ED2570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0FBB7E-DE98-B74B-0BD9-B301BE35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1786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6BFDE2-9B0A-582E-3C9D-F5C63552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4C4664-153A-E6F8-180D-99808F46B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38EA18-1AFA-A3B4-86AE-A85D4183A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DCC67-9F55-4465-B94C-57724305EF7B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6934A2-2B25-0D57-870F-914587B90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ED7996-5BEF-6B7B-BE20-820DD3C30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76CB7-F3E7-42AE-A01D-3B92C92AA33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99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EF2D-BA9C-581D-188D-AED6BAA2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EC28D8B-0F96-0EF1-0FC9-510F447626FC}"/>
              </a:ext>
            </a:extLst>
          </p:cNvPr>
          <p:cNvSpPr/>
          <p:nvPr/>
        </p:nvSpPr>
        <p:spPr>
          <a:xfrm>
            <a:off x="0" y="1160"/>
            <a:ext cx="8947052" cy="211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b="1" dirty="0"/>
              <a:t>FORMATO PARA PRESENTAR LAS COTIZACIONES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D73FCC1C-56A7-4373-8C42-62BE6D138655}"/>
              </a:ext>
            </a:extLst>
          </p:cNvPr>
          <p:cNvSpPr/>
          <p:nvPr/>
        </p:nvSpPr>
        <p:spPr>
          <a:xfrm>
            <a:off x="944809" y="248685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</a:t>
            </a:r>
            <a:r>
              <a:rPr lang="es-CO" sz="1000">
                <a:solidFill>
                  <a:schemeClr val="tx1"/>
                </a:solidFill>
              </a:rPr>
              <a:t>MOLDE COMPLETO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A2229B9-B538-4466-B81E-38A53CA8BDFA}"/>
              </a:ext>
            </a:extLst>
          </p:cNvPr>
          <p:cNvSpPr/>
          <p:nvPr/>
        </p:nvSpPr>
        <p:spPr>
          <a:xfrm>
            <a:off x="3471169" y="248685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</a:t>
            </a:r>
            <a:r>
              <a:rPr lang="es-CO" sz="1000">
                <a:solidFill>
                  <a:schemeClr val="tx1"/>
                </a:solidFill>
              </a:rPr>
              <a:t>ADAPTACION COMPLETA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F62246C2-01DF-49AC-B62E-529AC49E01D6}"/>
              </a:ext>
            </a:extLst>
          </p:cNvPr>
          <p:cNvSpPr/>
          <p:nvPr/>
        </p:nvSpPr>
        <p:spPr>
          <a:xfrm>
            <a:off x="5997529" y="248685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LISTADO </a:t>
            </a:r>
            <a:r>
              <a:rPr lang="es-CO" sz="1000">
                <a:solidFill>
                  <a:schemeClr val="tx1"/>
                </a:solidFill>
              </a:rPr>
              <a:t>PZ ALUMINIO</a:t>
            </a:r>
            <a:endParaRPr lang="es-CO" sz="1000" dirty="0">
              <a:solidFill>
                <a:schemeClr val="tx1"/>
              </a:solidFill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5DBBF330-A9C0-4D3F-A6D6-FB21EF57553A}"/>
              </a:ext>
            </a:extLst>
          </p:cNvPr>
          <p:cNvSpPr/>
          <p:nvPr/>
        </p:nvSpPr>
        <p:spPr>
          <a:xfrm>
            <a:off x="8523889" y="248685"/>
            <a:ext cx="2067970" cy="204566"/>
          </a:xfrm>
          <a:prstGeom prst="roundRect">
            <a:avLst/>
          </a:prstGeom>
          <a:solidFill>
            <a:srgbClr val="FFFF99"/>
          </a:solidFill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00" dirty="0">
                <a:solidFill>
                  <a:schemeClr val="tx1"/>
                </a:solidFill>
              </a:rPr>
              <a:t>Plant. CTZ ACCESORIOS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4508E49-6F54-47D2-A985-160B097C57D2}"/>
              </a:ext>
            </a:extLst>
          </p:cNvPr>
          <p:cNvGrpSpPr/>
          <p:nvPr/>
        </p:nvGrpSpPr>
        <p:grpSpPr>
          <a:xfrm>
            <a:off x="944809" y="453251"/>
            <a:ext cx="1729894" cy="791710"/>
            <a:chOff x="1113847" y="1285671"/>
            <a:chExt cx="1729894" cy="791710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D46B043A-EB55-4399-BAC6-E374F5F9382E}"/>
                </a:ext>
              </a:extLst>
            </p:cNvPr>
            <p:cNvGrpSpPr/>
            <p:nvPr/>
          </p:nvGrpSpPr>
          <p:grpSpPr>
            <a:xfrm>
              <a:off x="1113847" y="1413000"/>
              <a:ext cx="1729894" cy="664381"/>
              <a:chOff x="3667463" y="797237"/>
              <a:chExt cx="740012" cy="880634"/>
            </a:xfrm>
          </p:grpSpPr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6672EA4A-DA36-4028-9680-F262A87F8A6B}"/>
                  </a:ext>
                </a:extLst>
              </p:cNvPr>
              <p:cNvSpPr/>
              <p:nvPr/>
            </p:nvSpPr>
            <p:spPr>
              <a:xfrm>
                <a:off x="3667463" y="797237"/>
                <a:ext cx="740012" cy="43347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44" name="Rectángulo: esquinas redondeadas 4">
                <a:extLst>
                  <a:ext uri="{FF2B5EF4-FFF2-40B4-BE49-F238E27FC236}">
                    <a16:creationId xmlns:a16="http://schemas.microsoft.com/office/drawing/2014/main" id="{B81AC4A5-2D42-4243-B45B-DBAFA7A27793}"/>
                  </a:ext>
                </a:extLst>
              </p:cNvPr>
              <p:cNvSpPr txBox="1"/>
              <p:nvPr/>
            </p:nvSpPr>
            <p:spPr>
              <a:xfrm>
                <a:off x="3694841" y="824616"/>
                <a:ext cx="712634" cy="85325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57150" lvl="1" indent="-571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Equipo Base</a:t>
                </a:r>
              </a:p>
              <a:p>
                <a:pPr marL="514350" lvl="2" indent="-57150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M2 –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ML</a:t>
                </a:r>
                <a:r>
                  <a:rPr lang="es-CO" sz="800" dirty="0">
                    <a:solidFill>
                      <a:srgbClr val="297FB8"/>
                    </a:solidFill>
                  </a:rPr>
                  <a:t> -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$ VALORES</a:t>
                </a:r>
              </a:p>
            </p:txBody>
          </p:sp>
        </p:grp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E5B6DFB2-382A-4B44-B51C-8E265571A8CD}"/>
                </a:ext>
              </a:extLst>
            </p:cNvPr>
            <p:cNvGrpSpPr/>
            <p:nvPr/>
          </p:nvGrpSpPr>
          <p:grpSpPr>
            <a:xfrm>
              <a:off x="1113847" y="1760682"/>
              <a:ext cx="1729894" cy="165775"/>
              <a:chOff x="3667463" y="479515"/>
              <a:chExt cx="740012" cy="219731"/>
            </a:xfrm>
          </p:grpSpPr>
          <p:sp>
            <p:nvSpPr>
              <p:cNvPr id="50" name="Rectángulo: esquinas redondeadas 49">
                <a:extLst>
                  <a:ext uri="{FF2B5EF4-FFF2-40B4-BE49-F238E27FC236}">
                    <a16:creationId xmlns:a16="http://schemas.microsoft.com/office/drawing/2014/main" id="{AB2E2DAD-BA3F-4027-A219-824E96AA726F}"/>
                  </a:ext>
                </a:extLst>
              </p:cNvPr>
              <p:cNvSpPr/>
              <p:nvPr/>
            </p:nvSpPr>
            <p:spPr>
              <a:xfrm>
                <a:off x="3667463" y="479515"/>
                <a:ext cx="740012" cy="21973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1" name="Rectángulo: esquinas redondeadas 4">
                <a:extLst>
                  <a:ext uri="{FF2B5EF4-FFF2-40B4-BE49-F238E27FC236}">
                    <a16:creationId xmlns:a16="http://schemas.microsoft.com/office/drawing/2014/main" id="{A79FCF1B-E077-47DB-BE7C-821E2BC59C20}"/>
                  </a:ext>
                </a:extLst>
              </p:cNvPr>
              <p:cNvSpPr txBox="1"/>
              <p:nvPr/>
            </p:nvSpPr>
            <p:spPr>
              <a:xfrm>
                <a:off x="3694841" y="506899"/>
                <a:ext cx="457272" cy="606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SUB TOTAL</a:t>
                </a:r>
              </a:p>
            </p:txBody>
          </p:sp>
        </p:grpSp>
        <p:sp>
          <p:nvSpPr>
            <p:cNvPr id="67" name="Rectángulo: esquinas redondeadas 4">
              <a:extLst>
                <a:ext uri="{FF2B5EF4-FFF2-40B4-BE49-F238E27FC236}">
                  <a16:creationId xmlns:a16="http://schemas.microsoft.com/office/drawing/2014/main" id="{04776657-69E3-4CFD-A3CE-D88D1D16C339}"/>
                </a:ext>
              </a:extLst>
            </p:cNvPr>
            <p:cNvSpPr txBox="1"/>
            <p:nvPr/>
          </p:nvSpPr>
          <p:spPr>
            <a:xfrm>
              <a:off x="1113847" y="1285671"/>
              <a:ext cx="1068945" cy="1169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800" kern="1200" noProof="0" dirty="0">
                  <a:solidFill>
                    <a:srgbClr val="297FB8"/>
                  </a:solidFill>
                </a:rPr>
                <a:t>Tabla1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1C74DDD-D386-4B61-8CE8-54AFED1FD9D8}"/>
              </a:ext>
            </a:extLst>
          </p:cNvPr>
          <p:cNvGrpSpPr/>
          <p:nvPr/>
        </p:nvGrpSpPr>
        <p:grpSpPr>
          <a:xfrm>
            <a:off x="928994" y="1120672"/>
            <a:ext cx="1745709" cy="830119"/>
            <a:chOff x="928994" y="1768751"/>
            <a:chExt cx="1745709" cy="830119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69E6A654-A9D5-4F4D-8F44-741F73FA34F4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70" name="Grupo 69">
                <a:extLst>
                  <a:ext uri="{FF2B5EF4-FFF2-40B4-BE49-F238E27FC236}">
                    <a16:creationId xmlns:a16="http://schemas.microsoft.com/office/drawing/2014/main" id="{99B5F974-C4D7-41F6-B8A8-0A1E15734514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75" name="Rectángulo: esquinas redondeadas 74">
                  <a:extLst>
                    <a:ext uri="{FF2B5EF4-FFF2-40B4-BE49-F238E27FC236}">
                      <a16:creationId xmlns:a16="http://schemas.microsoft.com/office/drawing/2014/main" id="{9009DC6A-EBB1-4848-A80C-704B29E7C757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76" name="Rectángulo: esquinas redondeadas 4">
                  <a:extLst>
                    <a:ext uri="{FF2B5EF4-FFF2-40B4-BE49-F238E27FC236}">
                      <a16:creationId xmlns:a16="http://schemas.microsoft.com/office/drawing/2014/main" id="{78749403-1D0F-4781-8A22-3D644068E394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Adicionales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M2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692FE77B-4B10-49F2-99AA-F253A8C7CE76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73" name="Rectángulo: esquinas redondeadas 72">
                  <a:extLst>
                    <a:ext uri="{FF2B5EF4-FFF2-40B4-BE49-F238E27FC236}">
                      <a16:creationId xmlns:a16="http://schemas.microsoft.com/office/drawing/2014/main" id="{7E520FB3-363C-486E-B660-11AF4ED14694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74" name="Rectángulo: esquinas redondeadas 4">
                  <a:extLst>
                    <a:ext uri="{FF2B5EF4-FFF2-40B4-BE49-F238E27FC236}">
                      <a16:creationId xmlns:a16="http://schemas.microsoft.com/office/drawing/2014/main" id="{D8D51568-816F-4806-8326-6B0B8C6BA15C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72" name="Rectángulo: esquinas redondeadas 4">
                <a:extLst>
                  <a:ext uri="{FF2B5EF4-FFF2-40B4-BE49-F238E27FC236}">
                    <a16:creationId xmlns:a16="http://schemas.microsoft.com/office/drawing/2014/main" id="{9280D987-9773-40DE-AB95-A84E5A88CDC1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Tabla2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253F7861-73A6-4E7C-A767-8A2220290D50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upo 79">
            <a:extLst>
              <a:ext uri="{FF2B5EF4-FFF2-40B4-BE49-F238E27FC236}">
                <a16:creationId xmlns:a16="http://schemas.microsoft.com/office/drawing/2014/main" id="{C8573364-265E-4CEE-96B2-0074ECFC7260}"/>
              </a:ext>
            </a:extLst>
          </p:cNvPr>
          <p:cNvGrpSpPr/>
          <p:nvPr/>
        </p:nvGrpSpPr>
        <p:grpSpPr>
          <a:xfrm>
            <a:off x="917273" y="2560233"/>
            <a:ext cx="1745709" cy="830119"/>
            <a:chOff x="928994" y="1768751"/>
            <a:chExt cx="1745709" cy="830119"/>
          </a:xfrm>
        </p:grpSpPr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8A6B05B2-E417-4569-9009-EC32E79131C6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83" name="Grupo 82">
                <a:extLst>
                  <a:ext uri="{FF2B5EF4-FFF2-40B4-BE49-F238E27FC236}">
                    <a16:creationId xmlns:a16="http://schemas.microsoft.com/office/drawing/2014/main" id="{7B3E43B5-461F-4A53-A890-7311F893A7C4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88" name="Rectángulo: esquinas redondeadas 87">
                  <a:extLst>
                    <a:ext uri="{FF2B5EF4-FFF2-40B4-BE49-F238E27FC236}">
                      <a16:creationId xmlns:a16="http://schemas.microsoft.com/office/drawing/2014/main" id="{86C620E3-A4B6-4AC2-B3B3-2CF4A5FCCDC9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89" name="Rectángulo: esquinas redondeadas 4">
                  <a:extLst>
                    <a:ext uri="{FF2B5EF4-FFF2-40B4-BE49-F238E27FC236}">
                      <a16:creationId xmlns:a16="http://schemas.microsoft.com/office/drawing/2014/main" id="{73D33E2C-87F0-49BE-A26D-5FD626AA503F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Detalles arquitectónicos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M2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DEA20FB8-AD5B-498D-B3BE-BADDFA2E53A1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86" name="Rectángulo: esquinas redondeadas 85">
                  <a:extLst>
                    <a:ext uri="{FF2B5EF4-FFF2-40B4-BE49-F238E27FC236}">
                      <a16:creationId xmlns:a16="http://schemas.microsoft.com/office/drawing/2014/main" id="{9C235A26-D82C-4233-9471-6861CC66E0B0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87" name="Rectángulo: esquinas redondeadas 4">
                  <a:extLst>
                    <a:ext uri="{FF2B5EF4-FFF2-40B4-BE49-F238E27FC236}">
                      <a16:creationId xmlns:a16="http://schemas.microsoft.com/office/drawing/2014/main" id="{2D7A708B-0B24-4250-86E3-35E54BD19537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85" name="Rectángulo: esquinas redondeadas 4">
                <a:extLst>
                  <a:ext uri="{FF2B5EF4-FFF2-40B4-BE49-F238E27FC236}">
                    <a16:creationId xmlns:a16="http://schemas.microsoft.com/office/drawing/2014/main" id="{D1CE3B37-98FD-4291-8259-3BA97B293D6D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Tabla3</a:t>
                </a:r>
              </a:p>
            </p:txBody>
          </p:sp>
        </p:grp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CF22D610-95A5-49C0-8060-9B031A08B8BB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76865814-7D6E-41EA-BAF1-5BBF4325F06D}"/>
              </a:ext>
            </a:extLst>
          </p:cNvPr>
          <p:cNvGrpSpPr/>
          <p:nvPr/>
        </p:nvGrpSpPr>
        <p:grpSpPr>
          <a:xfrm>
            <a:off x="909647" y="3279284"/>
            <a:ext cx="1745709" cy="830119"/>
            <a:chOff x="928994" y="1768751"/>
            <a:chExt cx="1745709" cy="830119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B8A50A26-AEC9-463C-B96D-7CEEF5A5A7C0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426C85A2-A01E-4FF3-8316-35B76AD27742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100" name="Rectángulo: esquinas redondeadas 99">
                  <a:extLst>
                    <a:ext uri="{FF2B5EF4-FFF2-40B4-BE49-F238E27FC236}">
                      <a16:creationId xmlns:a16="http://schemas.microsoft.com/office/drawing/2014/main" id="{D9B55C0E-DF97-43F2-8DC0-CAC1AEF5026A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01" name="Rectángulo: esquinas redondeadas 4">
                  <a:extLst>
                    <a:ext uri="{FF2B5EF4-FFF2-40B4-BE49-F238E27FC236}">
                      <a16:creationId xmlns:a16="http://schemas.microsoft.com/office/drawing/2014/main" id="{2DF4C0D1-E9CD-493D-9D31-245721CB8CC3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Accesorios Complementarios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LOTE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96" name="Grupo 95">
                <a:extLst>
                  <a:ext uri="{FF2B5EF4-FFF2-40B4-BE49-F238E27FC236}">
                    <a16:creationId xmlns:a16="http://schemas.microsoft.com/office/drawing/2014/main" id="{4FF71D6E-F3D1-459E-876B-F8FE44D01F4B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98" name="Rectángulo: esquinas redondeadas 97">
                  <a:extLst>
                    <a:ext uri="{FF2B5EF4-FFF2-40B4-BE49-F238E27FC236}">
                      <a16:creationId xmlns:a16="http://schemas.microsoft.com/office/drawing/2014/main" id="{2AFC8ED3-0000-49D9-87D7-FC7CE6D74809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99" name="Rectángulo: esquinas redondeadas 4">
                  <a:extLst>
                    <a:ext uri="{FF2B5EF4-FFF2-40B4-BE49-F238E27FC236}">
                      <a16:creationId xmlns:a16="http://schemas.microsoft.com/office/drawing/2014/main" id="{BD9B1B67-F206-46D6-BFC7-9FDADC702111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97" name="Rectángulo: esquinas redondeadas 4">
                <a:extLst>
                  <a:ext uri="{FF2B5EF4-FFF2-40B4-BE49-F238E27FC236}">
                    <a16:creationId xmlns:a16="http://schemas.microsoft.com/office/drawing/2014/main" id="{591FD5C1-B194-4D56-B6F9-FEEBA48C8255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Tabla4</a:t>
                </a:r>
              </a:p>
            </p:txBody>
          </p:sp>
        </p:grp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B190C7EA-1E43-4822-B156-CBD87DBBD23B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EA9ACB9E-671F-4D34-9323-5830FAEA407C}"/>
              </a:ext>
            </a:extLst>
          </p:cNvPr>
          <p:cNvGrpSpPr/>
          <p:nvPr/>
        </p:nvGrpSpPr>
        <p:grpSpPr>
          <a:xfrm>
            <a:off x="914528" y="3980334"/>
            <a:ext cx="1745709" cy="830119"/>
            <a:chOff x="928994" y="1768751"/>
            <a:chExt cx="1745709" cy="830119"/>
          </a:xfrm>
        </p:grpSpPr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BE7B0E2C-83D0-479E-AB0D-1869B6756946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105" name="Grupo 104">
                <a:extLst>
                  <a:ext uri="{FF2B5EF4-FFF2-40B4-BE49-F238E27FC236}">
                    <a16:creationId xmlns:a16="http://schemas.microsoft.com/office/drawing/2014/main" id="{27111691-60F0-4AE8-8A6A-07EAE05851F8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110" name="Rectángulo: esquinas redondeadas 109">
                  <a:extLst>
                    <a:ext uri="{FF2B5EF4-FFF2-40B4-BE49-F238E27FC236}">
                      <a16:creationId xmlns:a16="http://schemas.microsoft.com/office/drawing/2014/main" id="{B01C5506-4148-4B00-B52C-E4BA92F7505A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11" name="Rectángulo: esquinas redondeadas 4">
                  <a:extLst>
                    <a:ext uri="{FF2B5EF4-FFF2-40B4-BE49-F238E27FC236}">
                      <a16:creationId xmlns:a16="http://schemas.microsoft.com/office/drawing/2014/main" id="{1421E133-5F10-4DC2-B835-687BEE72EA6B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Sistema de Andamiaje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LOTE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106" name="Grupo 105">
                <a:extLst>
                  <a:ext uri="{FF2B5EF4-FFF2-40B4-BE49-F238E27FC236}">
                    <a16:creationId xmlns:a16="http://schemas.microsoft.com/office/drawing/2014/main" id="{65CB7188-9297-4A4B-BD26-4E8EB96B7730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108" name="Rectángulo: esquinas redondeadas 107">
                  <a:extLst>
                    <a:ext uri="{FF2B5EF4-FFF2-40B4-BE49-F238E27FC236}">
                      <a16:creationId xmlns:a16="http://schemas.microsoft.com/office/drawing/2014/main" id="{FDDA24E5-6878-4E12-B368-EFF8DF4D0656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09" name="Rectángulo: esquinas redondeadas 4">
                  <a:extLst>
                    <a:ext uri="{FF2B5EF4-FFF2-40B4-BE49-F238E27FC236}">
                      <a16:creationId xmlns:a16="http://schemas.microsoft.com/office/drawing/2014/main" id="{31B4445A-AB88-4644-97B3-811B22C0E8D4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107" name="Rectángulo: esquinas redondeadas 4">
                <a:extLst>
                  <a:ext uri="{FF2B5EF4-FFF2-40B4-BE49-F238E27FC236}">
                    <a16:creationId xmlns:a16="http://schemas.microsoft.com/office/drawing/2014/main" id="{B737D4D2-303E-4181-8EAD-FF108ED6BDB8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Tabla5</a:t>
                </a:r>
              </a:p>
            </p:txBody>
          </p:sp>
        </p:grpSp>
        <p:cxnSp>
          <p:nvCxnSpPr>
            <p:cNvPr id="104" name="Conector recto 103">
              <a:extLst>
                <a:ext uri="{FF2B5EF4-FFF2-40B4-BE49-F238E27FC236}">
                  <a16:creationId xmlns:a16="http://schemas.microsoft.com/office/drawing/2014/main" id="{F953EA31-F397-4060-BE2A-157F05904249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3FD6DCBF-CFDF-4E45-B08A-A60A6D6CF399}"/>
              </a:ext>
            </a:extLst>
          </p:cNvPr>
          <p:cNvGrpSpPr/>
          <p:nvPr/>
        </p:nvGrpSpPr>
        <p:grpSpPr>
          <a:xfrm>
            <a:off x="926249" y="4686812"/>
            <a:ext cx="1745709" cy="362390"/>
            <a:chOff x="928994" y="1768751"/>
            <a:chExt cx="1745709" cy="362390"/>
          </a:xfrm>
        </p:grpSpPr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47224DD9-934A-4875-8622-D668E40D9B37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EC61C7D4-ECD5-41DA-AC8E-0E439FEAF504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120" name="Rectángulo: esquinas redondeadas 119">
                  <a:extLst>
                    <a:ext uri="{FF2B5EF4-FFF2-40B4-BE49-F238E27FC236}">
                      <a16:creationId xmlns:a16="http://schemas.microsoft.com/office/drawing/2014/main" id="{96E03F02-12C8-4FBB-AE18-158F9D58FF53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21" name="Rectángulo: esquinas redondeadas 4">
                  <a:extLst>
                    <a:ext uri="{FF2B5EF4-FFF2-40B4-BE49-F238E27FC236}">
                      <a16:creationId xmlns:a16="http://schemas.microsoft.com/office/drawing/2014/main" id="{55D3FD7F-4EAF-42B3-9B39-E145A7C60C5E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MEMORIA GRAFICA</a:t>
                  </a:r>
                </a:p>
              </p:txBody>
            </p:sp>
          </p:grpSp>
          <p:sp>
            <p:nvSpPr>
              <p:cNvPr id="117" name="Rectángulo: esquinas redondeadas 4">
                <a:extLst>
                  <a:ext uri="{FF2B5EF4-FFF2-40B4-BE49-F238E27FC236}">
                    <a16:creationId xmlns:a16="http://schemas.microsoft.com/office/drawing/2014/main" id="{C12A574D-0FAA-4871-B722-B76F2B2EA787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Tabla6</a:t>
                </a:r>
              </a:p>
            </p:txBody>
          </p:sp>
        </p:grp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4583175E-72C5-4752-85D5-B01725FA927B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29F3A11E-535A-4AF8-B34F-A97E5E52E9F1}"/>
              </a:ext>
            </a:extLst>
          </p:cNvPr>
          <p:cNvGrpSpPr/>
          <p:nvPr/>
        </p:nvGrpSpPr>
        <p:grpSpPr>
          <a:xfrm>
            <a:off x="933088" y="5086869"/>
            <a:ext cx="1745709" cy="492763"/>
            <a:chOff x="928994" y="1768751"/>
            <a:chExt cx="1745709" cy="492763"/>
          </a:xfrm>
        </p:grpSpPr>
        <p:grpSp>
          <p:nvGrpSpPr>
            <p:cNvPr id="126" name="Grupo 125">
              <a:extLst>
                <a:ext uri="{FF2B5EF4-FFF2-40B4-BE49-F238E27FC236}">
                  <a16:creationId xmlns:a16="http://schemas.microsoft.com/office/drawing/2014/main" id="{64034C95-9DE8-4EF8-8835-CC283893F718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454354"/>
              <a:chOff x="1113847" y="1285671"/>
              <a:chExt cx="1729894" cy="454354"/>
            </a:xfrm>
          </p:grpSpPr>
          <p:grpSp>
            <p:nvGrpSpPr>
              <p:cNvPr id="128" name="Grupo 127">
                <a:extLst>
                  <a:ext uri="{FF2B5EF4-FFF2-40B4-BE49-F238E27FC236}">
                    <a16:creationId xmlns:a16="http://schemas.microsoft.com/office/drawing/2014/main" id="{64C745F5-F0BE-4B33-9785-D4E3FDF907A0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327025"/>
                <a:chOff x="3667463" y="797237"/>
                <a:chExt cx="740012" cy="433470"/>
              </a:xfrm>
            </p:grpSpPr>
            <p:sp>
              <p:nvSpPr>
                <p:cNvPr id="130" name="Rectángulo: esquinas redondeadas 129">
                  <a:extLst>
                    <a:ext uri="{FF2B5EF4-FFF2-40B4-BE49-F238E27FC236}">
                      <a16:creationId xmlns:a16="http://schemas.microsoft.com/office/drawing/2014/main" id="{69A0B30A-EDC8-4344-B36A-FEC242439B25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31" name="Rectángulo: esquinas redondeadas 4">
                  <a:extLst>
                    <a:ext uri="{FF2B5EF4-FFF2-40B4-BE49-F238E27FC236}">
                      <a16:creationId xmlns:a16="http://schemas.microsoft.com/office/drawing/2014/main" id="{BE5B3581-6B14-4ECD-97AE-2748A52D0CCE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40608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Importe en letra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RESUMEN VALORES</a:t>
                  </a:r>
                </a:p>
              </p:txBody>
            </p:sp>
          </p:grpSp>
          <p:sp>
            <p:nvSpPr>
              <p:cNvPr id="129" name="Rectángulo: esquinas redondeadas 4">
                <a:extLst>
                  <a:ext uri="{FF2B5EF4-FFF2-40B4-BE49-F238E27FC236}">
                    <a16:creationId xmlns:a16="http://schemas.microsoft.com/office/drawing/2014/main" id="{AE9DAF92-E93D-4FFF-828A-6D8C0B199D50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Tabla7</a:t>
                </a:r>
              </a:p>
            </p:txBody>
          </p:sp>
        </p:grpSp>
        <p:cxnSp>
          <p:nvCxnSpPr>
            <p:cNvPr id="127" name="Conector recto 126">
              <a:extLst>
                <a:ext uri="{FF2B5EF4-FFF2-40B4-BE49-F238E27FC236}">
                  <a16:creationId xmlns:a16="http://schemas.microsoft.com/office/drawing/2014/main" id="{71E54346-21A4-47BD-92A6-E7D76069CD8D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upo 131">
            <a:extLst>
              <a:ext uri="{FF2B5EF4-FFF2-40B4-BE49-F238E27FC236}">
                <a16:creationId xmlns:a16="http://schemas.microsoft.com/office/drawing/2014/main" id="{1661917D-6BA8-432A-A32A-3ED0EE1B37C6}"/>
              </a:ext>
            </a:extLst>
          </p:cNvPr>
          <p:cNvGrpSpPr/>
          <p:nvPr/>
        </p:nvGrpSpPr>
        <p:grpSpPr>
          <a:xfrm>
            <a:off x="917273" y="5608682"/>
            <a:ext cx="1745709" cy="362390"/>
            <a:chOff x="928994" y="1768751"/>
            <a:chExt cx="1745709" cy="362390"/>
          </a:xfrm>
        </p:grpSpPr>
        <p:grpSp>
          <p:nvGrpSpPr>
            <p:cNvPr id="133" name="Grupo 132">
              <a:extLst>
                <a:ext uri="{FF2B5EF4-FFF2-40B4-BE49-F238E27FC236}">
                  <a16:creationId xmlns:a16="http://schemas.microsoft.com/office/drawing/2014/main" id="{45619020-8AAF-4568-8416-708FA5A96E5E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135" name="Grupo 134">
                <a:extLst>
                  <a:ext uri="{FF2B5EF4-FFF2-40B4-BE49-F238E27FC236}">
                    <a16:creationId xmlns:a16="http://schemas.microsoft.com/office/drawing/2014/main" id="{ED0992A0-CDAF-4EF8-A954-BF2F47079B66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137" name="Rectángulo: esquinas redondeadas 136">
                  <a:extLst>
                    <a:ext uri="{FF2B5EF4-FFF2-40B4-BE49-F238E27FC236}">
                      <a16:creationId xmlns:a16="http://schemas.microsoft.com/office/drawing/2014/main" id="{CEC21BBF-521B-4FD8-90A7-D9F85500DA13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51" name="Rectángulo: esquinas redondeadas 4">
                  <a:extLst>
                    <a:ext uri="{FF2B5EF4-FFF2-40B4-BE49-F238E27FC236}">
                      <a16:creationId xmlns:a16="http://schemas.microsoft.com/office/drawing/2014/main" id="{5807B637-65B8-4538-BE19-2832F58245CA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COMERCIALES</a:t>
                  </a:r>
                </a:p>
              </p:txBody>
            </p:sp>
          </p:grpSp>
          <p:sp>
            <p:nvSpPr>
              <p:cNvPr id="136" name="Rectángulo: esquinas redondeadas 4">
                <a:extLst>
                  <a:ext uri="{FF2B5EF4-FFF2-40B4-BE49-F238E27FC236}">
                    <a16:creationId xmlns:a16="http://schemas.microsoft.com/office/drawing/2014/main" id="{8B33F95A-74D9-4093-9239-00DB6CDB7F1F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Tabla8</a:t>
                </a:r>
              </a:p>
            </p:txBody>
          </p:sp>
        </p:grpSp>
        <p:cxnSp>
          <p:nvCxnSpPr>
            <p:cNvPr id="134" name="Conector recto 133">
              <a:extLst>
                <a:ext uri="{FF2B5EF4-FFF2-40B4-BE49-F238E27FC236}">
                  <a16:creationId xmlns:a16="http://schemas.microsoft.com/office/drawing/2014/main" id="{818B76ED-796B-4610-AE20-43A28559FD06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upo 151">
            <a:extLst>
              <a:ext uri="{FF2B5EF4-FFF2-40B4-BE49-F238E27FC236}">
                <a16:creationId xmlns:a16="http://schemas.microsoft.com/office/drawing/2014/main" id="{70F98B1E-E6C2-4FAA-AB4D-D25D813D8874}"/>
              </a:ext>
            </a:extLst>
          </p:cNvPr>
          <p:cNvGrpSpPr/>
          <p:nvPr/>
        </p:nvGrpSpPr>
        <p:grpSpPr>
          <a:xfrm>
            <a:off x="905552" y="6015472"/>
            <a:ext cx="1745709" cy="362390"/>
            <a:chOff x="928994" y="1768751"/>
            <a:chExt cx="1745709" cy="362390"/>
          </a:xfrm>
        </p:grpSpPr>
        <p:grpSp>
          <p:nvGrpSpPr>
            <p:cNvPr id="153" name="Grupo 152">
              <a:extLst>
                <a:ext uri="{FF2B5EF4-FFF2-40B4-BE49-F238E27FC236}">
                  <a16:creationId xmlns:a16="http://schemas.microsoft.com/office/drawing/2014/main" id="{D6149D5D-88A9-49C4-8576-4862281DE15F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156" name="Grupo 155">
                <a:extLst>
                  <a:ext uri="{FF2B5EF4-FFF2-40B4-BE49-F238E27FC236}">
                    <a16:creationId xmlns:a16="http://schemas.microsoft.com/office/drawing/2014/main" id="{E05B9525-DB17-45B2-A652-F898C6A68E22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159" name="Rectángulo: esquinas redondeadas 158">
                  <a:extLst>
                    <a:ext uri="{FF2B5EF4-FFF2-40B4-BE49-F238E27FC236}">
                      <a16:creationId xmlns:a16="http://schemas.microsoft.com/office/drawing/2014/main" id="{9FAAF230-3120-4823-9E52-11DEAD403D52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60" name="Rectángulo: esquinas redondeadas 4">
                  <a:extLst>
                    <a:ext uri="{FF2B5EF4-FFF2-40B4-BE49-F238E27FC236}">
                      <a16:creationId xmlns:a16="http://schemas.microsoft.com/office/drawing/2014/main" id="{C313629D-E560-4748-817B-794ADED854E2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GENERALES</a:t>
                  </a:r>
                </a:p>
              </p:txBody>
            </p:sp>
          </p:grpSp>
          <p:sp>
            <p:nvSpPr>
              <p:cNvPr id="157" name="Rectángulo: esquinas redondeadas 4">
                <a:extLst>
                  <a:ext uri="{FF2B5EF4-FFF2-40B4-BE49-F238E27FC236}">
                    <a16:creationId xmlns:a16="http://schemas.microsoft.com/office/drawing/2014/main" id="{30695AB2-F5D3-401C-BE84-9FA387CB541B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Tabla9</a:t>
                </a:r>
              </a:p>
            </p:txBody>
          </p:sp>
        </p:grpSp>
        <p:cxnSp>
          <p:nvCxnSpPr>
            <p:cNvPr id="154" name="Conector recto 153">
              <a:extLst>
                <a:ext uri="{FF2B5EF4-FFF2-40B4-BE49-F238E27FC236}">
                  <a16:creationId xmlns:a16="http://schemas.microsoft.com/office/drawing/2014/main" id="{737A262A-9501-4871-A987-E794B62ADA8D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92346274-A6C5-48F9-91DE-F73FFEF85CA5}"/>
              </a:ext>
            </a:extLst>
          </p:cNvPr>
          <p:cNvGrpSpPr/>
          <p:nvPr/>
        </p:nvGrpSpPr>
        <p:grpSpPr>
          <a:xfrm>
            <a:off x="921367" y="6408424"/>
            <a:ext cx="1745709" cy="362390"/>
            <a:chOff x="928994" y="1768751"/>
            <a:chExt cx="1745709" cy="362390"/>
          </a:xfrm>
        </p:grpSpPr>
        <p:grpSp>
          <p:nvGrpSpPr>
            <p:cNvPr id="163" name="Grupo 162">
              <a:extLst>
                <a:ext uri="{FF2B5EF4-FFF2-40B4-BE49-F238E27FC236}">
                  <a16:creationId xmlns:a16="http://schemas.microsoft.com/office/drawing/2014/main" id="{191BDD29-AAC4-41FB-9865-5DFEFD148F81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3C8CA83A-F547-4644-8DB4-3C956C844D7B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167" name="Rectángulo: esquinas redondeadas 166">
                  <a:extLst>
                    <a:ext uri="{FF2B5EF4-FFF2-40B4-BE49-F238E27FC236}">
                      <a16:creationId xmlns:a16="http://schemas.microsoft.com/office/drawing/2014/main" id="{451A8F8A-11E2-4694-983E-FE7BE46C98FF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68" name="Rectángulo: esquinas redondeadas 4">
                  <a:extLst>
                    <a:ext uri="{FF2B5EF4-FFF2-40B4-BE49-F238E27FC236}">
                      <a16:creationId xmlns:a16="http://schemas.microsoft.com/office/drawing/2014/main" id="{F2720552-80E6-4F06-884D-F5B2E088A47E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FIRMA COMERCIAL</a:t>
                  </a:r>
                </a:p>
              </p:txBody>
            </p:sp>
          </p:grpSp>
          <p:sp>
            <p:nvSpPr>
              <p:cNvPr id="166" name="Rectángulo: esquinas redondeadas 4">
                <a:extLst>
                  <a:ext uri="{FF2B5EF4-FFF2-40B4-BE49-F238E27FC236}">
                    <a16:creationId xmlns:a16="http://schemas.microsoft.com/office/drawing/2014/main" id="{9E3C5C41-E9EE-4000-AE35-F9D4AE6CAA83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Tabla10</a:t>
                </a:r>
              </a:p>
            </p:txBody>
          </p:sp>
        </p:grp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4EE4F6BE-4039-4F2D-8FE4-AC3B0BFE74FB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8015039C-E156-4D08-B4A0-9E05F0AA72E4}"/>
              </a:ext>
            </a:extLst>
          </p:cNvPr>
          <p:cNvGrpSpPr/>
          <p:nvPr/>
        </p:nvGrpSpPr>
        <p:grpSpPr>
          <a:xfrm>
            <a:off x="3478795" y="2518964"/>
            <a:ext cx="1745709" cy="830119"/>
            <a:chOff x="928994" y="1768751"/>
            <a:chExt cx="1745709" cy="830119"/>
          </a:xfrm>
        </p:grpSpPr>
        <p:grpSp>
          <p:nvGrpSpPr>
            <p:cNvPr id="178" name="Grupo 177">
              <a:extLst>
                <a:ext uri="{FF2B5EF4-FFF2-40B4-BE49-F238E27FC236}">
                  <a16:creationId xmlns:a16="http://schemas.microsoft.com/office/drawing/2014/main" id="{F3C5FE76-D4C4-46AC-A745-3143948D5E1A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180" name="Grupo 179">
                <a:extLst>
                  <a:ext uri="{FF2B5EF4-FFF2-40B4-BE49-F238E27FC236}">
                    <a16:creationId xmlns:a16="http://schemas.microsoft.com/office/drawing/2014/main" id="{97C16F88-24DF-4035-B0DC-C2D520E5BF3B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185" name="Rectángulo: esquinas redondeadas 184">
                  <a:extLst>
                    <a:ext uri="{FF2B5EF4-FFF2-40B4-BE49-F238E27FC236}">
                      <a16:creationId xmlns:a16="http://schemas.microsoft.com/office/drawing/2014/main" id="{A18E951B-E1D0-4132-80E8-2990F91DB2E3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86" name="Rectángulo: esquinas redondeadas 4">
                  <a:extLst>
                    <a:ext uri="{FF2B5EF4-FFF2-40B4-BE49-F238E27FC236}">
                      <a16:creationId xmlns:a16="http://schemas.microsoft.com/office/drawing/2014/main" id="{6C020953-115D-4F15-B24E-1212D889E710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Detalles arquitectónicos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M2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181" name="Grupo 180">
                <a:extLst>
                  <a:ext uri="{FF2B5EF4-FFF2-40B4-BE49-F238E27FC236}">
                    <a16:creationId xmlns:a16="http://schemas.microsoft.com/office/drawing/2014/main" id="{D4F6EE1D-1C80-40C6-AE69-A9A29FB78421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183" name="Rectángulo: esquinas redondeadas 182">
                  <a:extLst>
                    <a:ext uri="{FF2B5EF4-FFF2-40B4-BE49-F238E27FC236}">
                      <a16:creationId xmlns:a16="http://schemas.microsoft.com/office/drawing/2014/main" id="{9A0D8391-8EC0-4CD5-993B-287ACD450639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84" name="Rectángulo: esquinas redondeadas 4">
                  <a:extLst>
                    <a:ext uri="{FF2B5EF4-FFF2-40B4-BE49-F238E27FC236}">
                      <a16:creationId xmlns:a16="http://schemas.microsoft.com/office/drawing/2014/main" id="{CCEC2687-547C-4E8F-8D7E-0732A79A3DC8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182" name="Rectángulo: esquinas redondeadas 4">
                <a:extLst>
                  <a:ext uri="{FF2B5EF4-FFF2-40B4-BE49-F238E27FC236}">
                    <a16:creationId xmlns:a16="http://schemas.microsoft.com/office/drawing/2014/main" id="{0A623254-9509-44C7-AA81-8A4691E8B894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Tabla3</a:t>
                </a:r>
              </a:p>
            </p:txBody>
          </p:sp>
        </p:grp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1DE74499-129B-4A7C-B174-D2257B4D7E6B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rupo 186">
            <a:extLst>
              <a:ext uri="{FF2B5EF4-FFF2-40B4-BE49-F238E27FC236}">
                <a16:creationId xmlns:a16="http://schemas.microsoft.com/office/drawing/2014/main" id="{6E1AC606-D346-479E-A8F8-FFC30C355E32}"/>
              </a:ext>
            </a:extLst>
          </p:cNvPr>
          <p:cNvGrpSpPr/>
          <p:nvPr/>
        </p:nvGrpSpPr>
        <p:grpSpPr>
          <a:xfrm>
            <a:off x="3471169" y="3238015"/>
            <a:ext cx="1745709" cy="830119"/>
            <a:chOff x="928994" y="1768751"/>
            <a:chExt cx="1745709" cy="830119"/>
          </a:xfrm>
        </p:grpSpPr>
        <p:grpSp>
          <p:nvGrpSpPr>
            <p:cNvPr id="188" name="Grupo 187">
              <a:extLst>
                <a:ext uri="{FF2B5EF4-FFF2-40B4-BE49-F238E27FC236}">
                  <a16:creationId xmlns:a16="http://schemas.microsoft.com/office/drawing/2014/main" id="{278D2742-2DBE-4895-AE78-7A5A019F5AD2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190" name="Grupo 189">
                <a:extLst>
                  <a:ext uri="{FF2B5EF4-FFF2-40B4-BE49-F238E27FC236}">
                    <a16:creationId xmlns:a16="http://schemas.microsoft.com/office/drawing/2014/main" id="{3F3655EE-D9A2-4F62-B3F4-ADCCAEF7B5FA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195" name="Rectángulo: esquinas redondeadas 194">
                  <a:extLst>
                    <a:ext uri="{FF2B5EF4-FFF2-40B4-BE49-F238E27FC236}">
                      <a16:creationId xmlns:a16="http://schemas.microsoft.com/office/drawing/2014/main" id="{BE153CD3-70ED-42D5-B2F6-E069AD58561F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96" name="Rectángulo: esquinas redondeadas 4">
                  <a:extLst>
                    <a:ext uri="{FF2B5EF4-FFF2-40B4-BE49-F238E27FC236}">
                      <a16:creationId xmlns:a16="http://schemas.microsoft.com/office/drawing/2014/main" id="{BC561C79-FA57-43F8-8655-26C230B0FDBB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Accesorios Complementarios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LOTE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0DB6BD9F-E421-4DBF-884E-51FC8DFCB068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193" name="Rectángulo: esquinas redondeadas 192">
                  <a:extLst>
                    <a:ext uri="{FF2B5EF4-FFF2-40B4-BE49-F238E27FC236}">
                      <a16:creationId xmlns:a16="http://schemas.microsoft.com/office/drawing/2014/main" id="{1C476BF4-CCC5-47D6-953D-C3CA78199DAB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94" name="Rectángulo: esquinas redondeadas 4">
                  <a:extLst>
                    <a:ext uri="{FF2B5EF4-FFF2-40B4-BE49-F238E27FC236}">
                      <a16:creationId xmlns:a16="http://schemas.microsoft.com/office/drawing/2014/main" id="{07718CC5-E379-4B04-95E6-34114FAA0AEB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192" name="Rectángulo: esquinas redondeadas 4">
                <a:extLst>
                  <a:ext uri="{FF2B5EF4-FFF2-40B4-BE49-F238E27FC236}">
                    <a16:creationId xmlns:a16="http://schemas.microsoft.com/office/drawing/2014/main" id="{D929575B-8DE4-415E-BDC4-643B9BC2625E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Tabla4</a:t>
                </a:r>
              </a:p>
            </p:txBody>
          </p:sp>
        </p:grpSp>
        <p:cxnSp>
          <p:nvCxnSpPr>
            <p:cNvPr id="189" name="Conector recto 188">
              <a:extLst>
                <a:ext uri="{FF2B5EF4-FFF2-40B4-BE49-F238E27FC236}">
                  <a16:creationId xmlns:a16="http://schemas.microsoft.com/office/drawing/2014/main" id="{94E79C98-66B0-41E5-9651-A83D5FF3C469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3EE94815-100C-46B7-83E1-0EC41D4DAA74}"/>
              </a:ext>
            </a:extLst>
          </p:cNvPr>
          <p:cNvGrpSpPr/>
          <p:nvPr/>
        </p:nvGrpSpPr>
        <p:grpSpPr>
          <a:xfrm>
            <a:off x="3476050" y="3939065"/>
            <a:ext cx="1745709" cy="830119"/>
            <a:chOff x="928994" y="1768751"/>
            <a:chExt cx="1745709" cy="830119"/>
          </a:xfrm>
        </p:grpSpPr>
        <p:grpSp>
          <p:nvGrpSpPr>
            <p:cNvPr id="198" name="Grupo 197">
              <a:extLst>
                <a:ext uri="{FF2B5EF4-FFF2-40B4-BE49-F238E27FC236}">
                  <a16:creationId xmlns:a16="http://schemas.microsoft.com/office/drawing/2014/main" id="{888E4662-2BFB-4E0E-81DF-C6D58CFAA729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791710"/>
              <a:chOff x="1113847" y="1285671"/>
              <a:chExt cx="1729894" cy="791710"/>
            </a:xfrm>
          </p:grpSpPr>
          <p:grpSp>
            <p:nvGrpSpPr>
              <p:cNvPr id="200" name="Grupo 199">
                <a:extLst>
                  <a:ext uri="{FF2B5EF4-FFF2-40B4-BE49-F238E27FC236}">
                    <a16:creationId xmlns:a16="http://schemas.microsoft.com/office/drawing/2014/main" id="{9EE7D062-EEBB-4A41-B66C-647F71785FD3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664381"/>
                <a:chOff x="3667463" y="797237"/>
                <a:chExt cx="740012" cy="880634"/>
              </a:xfrm>
            </p:grpSpPr>
            <p:sp>
              <p:nvSpPr>
                <p:cNvPr id="205" name="Rectángulo: esquinas redondeadas 204">
                  <a:extLst>
                    <a:ext uri="{FF2B5EF4-FFF2-40B4-BE49-F238E27FC236}">
                      <a16:creationId xmlns:a16="http://schemas.microsoft.com/office/drawing/2014/main" id="{BFF0CE0C-D140-4CB3-B920-3979D65E5B18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6" name="Rectángulo: esquinas redondeadas 4">
                  <a:extLst>
                    <a:ext uri="{FF2B5EF4-FFF2-40B4-BE49-F238E27FC236}">
                      <a16:creationId xmlns:a16="http://schemas.microsoft.com/office/drawing/2014/main" id="{ACDE6CE4-61C9-4BF8-820A-89166187FCF4}"/>
                    </a:ext>
                  </a:extLst>
                </p:cNvPr>
                <p:cNvSpPr txBox="1"/>
                <p:nvPr/>
              </p:nvSpPr>
              <p:spPr>
                <a:xfrm>
                  <a:off x="3694841" y="824616"/>
                  <a:ext cx="712634" cy="85325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Sistema de Andamiaje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LOTE –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ML</a:t>
                  </a:r>
                  <a:r>
                    <a:rPr lang="es-CO" sz="800" dirty="0">
                      <a:solidFill>
                        <a:srgbClr val="297FB8"/>
                      </a:solidFill>
                    </a:rPr>
                    <a:t> - </a:t>
                  </a: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$ VALORES</a:t>
                  </a:r>
                </a:p>
              </p:txBody>
            </p:sp>
          </p:grpSp>
          <p:grpSp>
            <p:nvGrpSpPr>
              <p:cNvPr id="201" name="Grupo 200">
                <a:extLst>
                  <a:ext uri="{FF2B5EF4-FFF2-40B4-BE49-F238E27FC236}">
                    <a16:creationId xmlns:a16="http://schemas.microsoft.com/office/drawing/2014/main" id="{E585CF9D-3BA9-4CF0-84A3-92DA4A9AC7CA}"/>
                  </a:ext>
                </a:extLst>
              </p:cNvPr>
              <p:cNvGrpSpPr/>
              <p:nvPr/>
            </p:nvGrpSpPr>
            <p:grpSpPr>
              <a:xfrm>
                <a:off x="1113847" y="1760682"/>
                <a:ext cx="1729894" cy="165775"/>
                <a:chOff x="3667463" y="479515"/>
                <a:chExt cx="740012" cy="219731"/>
              </a:xfrm>
            </p:grpSpPr>
            <p:sp>
              <p:nvSpPr>
                <p:cNvPr id="203" name="Rectángulo: esquinas redondeadas 202">
                  <a:extLst>
                    <a:ext uri="{FF2B5EF4-FFF2-40B4-BE49-F238E27FC236}">
                      <a16:creationId xmlns:a16="http://schemas.microsoft.com/office/drawing/2014/main" id="{A795B638-A090-440B-87D8-C6DC5D1F6EBD}"/>
                    </a:ext>
                  </a:extLst>
                </p:cNvPr>
                <p:cNvSpPr/>
                <p:nvPr/>
              </p:nvSpPr>
              <p:spPr>
                <a:xfrm>
                  <a:off x="3667463" y="479515"/>
                  <a:ext cx="740012" cy="219731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4" name="Rectángulo: esquinas redondeadas 4">
                  <a:extLst>
                    <a:ext uri="{FF2B5EF4-FFF2-40B4-BE49-F238E27FC236}">
                      <a16:creationId xmlns:a16="http://schemas.microsoft.com/office/drawing/2014/main" id="{42A49A21-1E6E-411B-8AAF-E37457A5951D}"/>
                    </a:ext>
                  </a:extLst>
                </p:cNvPr>
                <p:cNvSpPr txBox="1"/>
                <p:nvPr/>
              </p:nvSpPr>
              <p:spPr>
                <a:xfrm>
                  <a:off x="3694841" y="506899"/>
                  <a:ext cx="457272" cy="60600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0" lvl="1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SUB TOTAL</a:t>
                  </a:r>
                </a:p>
              </p:txBody>
            </p:sp>
          </p:grpSp>
          <p:sp>
            <p:nvSpPr>
              <p:cNvPr id="202" name="Rectángulo: esquinas redondeadas 4">
                <a:extLst>
                  <a:ext uri="{FF2B5EF4-FFF2-40B4-BE49-F238E27FC236}">
                    <a16:creationId xmlns:a16="http://schemas.microsoft.com/office/drawing/2014/main" id="{F3978BFB-979B-48D6-845E-3682E4AFB797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Tabla5</a:t>
                </a:r>
              </a:p>
            </p:txBody>
          </p:sp>
        </p:grpSp>
        <p:cxnSp>
          <p:nvCxnSpPr>
            <p:cNvPr id="199" name="Conector recto 198">
              <a:extLst>
                <a:ext uri="{FF2B5EF4-FFF2-40B4-BE49-F238E27FC236}">
                  <a16:creationId xmlns:a16="http://schemas.microsoft.com/office/drawing/2014/main" id="{F25791E4-71ED-460A-9B91-1E4545683C47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" name="Grupo 206">
            <a:extLst>
              <a:ext uri="{FF2B5EF4-FFF2-40B4-BE49-F238E27FC236}">
                <a16:creationId xmlns:a16="http://schemas.microsoft.com/office/drawing/2014/main" id="{BF59A10B-EDCF-4D1B-9021-6A4C550F8678}"/>
              </a:ext>
            </a:extLst>
          </p:cNvPr>
          <p:cNvGrpSpPr/>
          <p:nvPr/>
        </p:nvGrpSpPr>
        <p:grpSpPr>
          <a:xfrm>
            <a:off x="3487771" y="4645543"/>
            <a:ext cx="1745709" cy="362390"/>
            <a:chOff x="928994" y="1768751"/>
            <a:chExt cx="1745709" cy="362390"/>
          </a:xfrm>
        </p:grpSpPr>
        <p:grpSp>
          <p:nvGrpSpPr>
            <p:cNvPr id="208" name="Grupo 207">
              <a:extLst>
                <a:ext uri="{FF2B5EF4-FFF2-40B4-BE49-F238E27FC236}">
                  <a16:creationId xmlns:a16="http://schemas.microsoft.com/office/drawing/2014/main" id="{195F8F32-D2AC-41B2-A14C-52A283DA5187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210" name="Grupo 209">
                <a:extLst>
                  <a:ext uri="{FF2B5EF4-FFF2-40B4-BE49-F238E27FC236}">
                    <a16:creationId xmlns:a16="http://schemas.microsoft.com/office/drawing/2014/main" id="{5EB172AA-21EA-4234-8911-7BC992258FB9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212" name="Rectángulo: esquinas redondeadas 211">
                  <a:extLst>
                    <a:ext uri="{FF2B5EF4-FFF2-40B4-BE49-F238E27FC236}">
                      <a16:creationId xmlns:a16="http://schemas.microsoft.com/office/drawing/2014/main" id="{FF21ABFB-7AFC-4AD8-8D9B-EE16F3513156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3" name="Rectángulo: esquinas redondeadas 4">
                  <a:extLst>
                    <a:ext uri="{FF2B5EF4-FFF2-40B4-BE49-F238E27FC236}">
                      <a16:creationId xmlns:a16="http://schemas.microsoft.com/office/drawing/2014/main" id="{24C0DD7F-7EF6-449E-9AA0-C668A5AFE3B8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MEMORIA GRAFICA</a:t>
                  </a:r>
                </a:p>
              </p:txBody>
            </p:sp>
          </p:grpSp>
          <p:sp>
            <p:nvSpPr>
              <p:cNvPr id="211" name="Rectángulo: esquinas redondeadas 4">
                <a:extLst>
                  <a:ext uri="{FF2B5EF4-FFF2-40B4-BE49-F238E27FC236}">
                    <a16:creationId xmlns:a16="http://schemas.microsoft.com/office/drawing/2014/main" id="{F94D2A2C-6E25-4C97-BEAC-024D3918C9A9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Tabla6</a:t>
                </a:r>
              </a:p>
            </p:txBody>
          </p:sp>
        </p:grpSp>
        <p:cxnSp>
          <p:nvCxnSpPr>
            <p:cNvPr id="209" name="Conector recto 208">
              <a:extLst>
                <a:ext uri="{FF2B5EF4-FFF2-40B4-BE49-F238E27FC236}">
                  <a16:creationId xmlns:a16="http://schemas.microsoft.com/office/drawing/2014/main" id="{B3D70126-E562-43C4-8256-F62A168EE2CC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4" name="Grupo 213">
            <a:extLst>
              <a:ext uri="{FF2B5EF4-FFF2-40B4-BE49-F238E27FC236}">
                <a16:creationId xmlns:a16="http://schemas.microsoft.com/office/drawing/2014/main" id="{BF4FAEFD-2564-4E96-8353-F1CC514D261D}"/>
              </a:ext>
            </a:extLst>
          </p:cNvPr>
          <p:cNvGrpSpPr/>
          <p:nvPr/>
        </p:nvGrpSpPr>
        <p:grpSpPr>
          <a:xfrm>
            <a:off x="3494610" y="5045600"/>
            <a:ext cx="1745709" cy="492763"/>
            <a:chOff x="928994" y="1768751"/>
            <a:chExt cx="1745709" cy="492763"/>
          </a:xfrm>
        </p:grpSpPr>
        <p:grpSp>
          <p:nvGrpSpPr>
            <p:cNvPr id="215" name="Grupo 214">
              <a:extLst>
                <a:ext uri="{FF2B5EF4-FFF2-40B4-BE49-F238E27FC236}">
                  <a16:creationId xmlns:a16="http://schemas.microsoft.com/office/drawing/2014/main" id="{B678C6B0-A58D-420E-AF3B-0298B430C234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454354"/>
              <a:chOff x="1113847" y="1285671"/>
              <a:chExt cx="1729894" cy="454354"/>
            </a:xfrm>
          </p:grpSpPr>
          <p:grpSp>
            <p:nvGrpSpPr>
              <p:cNvPr id="217" name="Grupo 216">
                <a:extLst>
                  <a:ext uri="{FF2B5EF4-FFF2-40B4-BE49-F238E27FC236}">
                    <a16:creationId xmlns:a16="http://schemas.microsoft.com/office/drawing/2014/main" id="{ACDF487B-3E0B-4698-B65B-EF7DF234F5B7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327025"/>
                <a:chOff x="3667463" y="797237"/>
                <a:chExt cx="740012" cy="433470"/>
              </a:xfrm>
            </p:grpSpPr>
            <p:sp>
              <p:nvSpPr>
                <p:cNvPr id="219" name="Rectángulo: esquinas redondeadas 218">
                  <a:extLst>
                    <a:ext uri="{FF2B5EF4-FFF2-40B4-BE49-F238E27FC236}">
                      <a16:creationId xmlns:a16="http://schemas.microsoft.com/office/drawing/2014/main" id="{800500F0-D41A-458F-A580-55983CD8B4C3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0" name="Rectángulo: esquinas redondeadas 4">
                  <a:extLst>
                    <a:ext uri="{FF2B5EF4-FFF2-40B4-BE49-F238E27FC236}">
                      <a16:creationId xmlns:a16="http://schemas.microsoft.com/office/drawing/2014/main" id="{66B816C5-11D4-4718-AAF3-983713FCB06D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40608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Importe en letra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RESUMEN VALORES</a:t>
                  </a:r>
                </a:p>
              </p:txBody>
            </p:sp>
          </p:grpSp>
          <p:sp>
            <p:nvSpPr>
              <p:cNvPr id="218" name="Rectángulo: esquinas redondeadas 4">
                <a:extLst>
                  <a:ext uri="{FF2B5EF4-FFF2-40B4-BE49-F238E27FC236}">
                    <a16:creationId xmlns:a16="http://schemas.microsoft.com/office/drawing/2014/main" id="{357094CE-B6D9-47C1-8583-5636FE3E50EE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Tabla7</a:t>
                </a:r>
              </a:p>
            </p:txBody>
          </p:sp>
        </p:grpSp>
        <p:cxnSp>
          <p:nvCxnSpPr>
            <p:cNvPr id="216" name="Conector recto 215">
              <a:extLst>
                <a:ext uri="{FF2B5EF4-FFF2-40B4-BE49-F238E27FC236}">
                  <a16:creationId xmlns:a16="http://schemas.microsoft.com/office/drawing/2014/main" id="{02D72C20-8DC6-4387-8AFB-2C310AF9F061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95768854-6F11-45CF-B563-3FFCC5899FE9}"/>
              </a:ext>
            </a:extLst>
          </p:cNvPr>
          <p:cNvGrpSpPr/>
          <p:nvPr/>
        </p:nvGrpSpPr>
        <p:grpSpPr>
          <a:xfrm>
            <a:off x="3478795" y="5567413"/>
            <a:ext cx="1745709" cy="362390"/>
            <a:chOff x="928994" y="1768751"/>
            <a:chExt cx="1745709" cy="362390"/>
          </a:xfrm>
        </p:grpSpPr>
        <p:grpSp>
          <p:nvGrpSpPr>
            <p:cNvPr id="222" name="Grupo 221">
              <a:extLst>
                <a:ext uri="{FF2B5EF4-FFF2-40B4-BE49-F238E27FC236}">
                  <a16:creationId xmlns:a16="http://schemas.microsoft.com/office/drawing/2014/main" id="{D9EEE943-1D54-4792-AD4F-939251BA89BA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224" name="Grupo 223">
                <a:extLst>
                  <a:ext uri="{FF2B5EF4-FFF2-40B4-BE49-F238E27FC236}">
                    <a16:creationId xmlns:a16="http://schemas.microsoft.com/office/drawing/2014/main" id="{13E01F1E-F323-48BE-8FE4-2CF7E3B0C4A6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226" name="Rectángulo: esquinas redondeadas 225">
                  <a:extLst>
                    <a:ext uri="{FF2B5EF4-FFF2-40B4-BE49-F238E27FC236}">
                      <a16:creationId xmlns:a16="http://schemas.microsoft.com/office/drawing/2014/main" id="{E5FA9D64-AA03-4713-A228-0FC9AB470D8D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7" name="Rectángulo: esquinas redondeadas 4">
                  <a:extLst>
                    <a:ext uri="{FF2B5EF4-FFF2-40B4-BE49-F238E27FC236}">
                      <a16:creationId xmlns:a16="http://schemas.microsoft.com/office/drawing/2014/main" id="{23A05B51-42D8-4593-8466-718E418CAEF1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COMERCIALES</a:t>
                  </a:r>
                </a:p>
              </p:txBody>
            </p:sp>
          </p:grpSp>
          <p:sp>
            <p:nvSpPr>
              <p:cNvPr id="225" name="Rectángulo: esquinas redondeadas 4">
                <a:extLst>
                  <a:ext uri="{FF2B5EF4-FFF2-40B4-BE49-F238E27FC236}">
                    <a16:creationId xmlns:a16="http://schemas.microsoft.com/office/drawing/2014/main" id="{370FC4B7-5027-4546-AB9B-A3B610CAA5DF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Tabla8</a:t>
                </a:r>
              </a:p>
            </p:txBody>
          </p:sp>
        </p:grpSp>
        <p:cxnSp>
          <p:nvCxnSpPr>
            <p:cNvPr id="223" name="Conector recto 222">
              <a:extLst>
                <a:ext uri="{FF2B5EF4-FFF2-40B4-BE49-F238E27FC236}">
                  <a16:creationId xmlns:a16="http://schemas.microsoft.com/office/drawing/2014/main" id="{29101582-EC9E-4734-AFF5-6CBC4F8AF5C1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8" name="Grupo 227">
            <a:extLst>
              <a:ext uri="{FF2B5EF4-FFF2-40B4-BE49-F238E27FC236}">
                <a16:creationId xmlns:a16="http://schemas.microsoft.com/office/drawing/2014/main" id="{F9D63D10-DFD4-4387-BA63-BD38BEF8670B}"/>
              </a:ext>
            </a:extLst>
          </p:cNvPr>
          <p:cNvGrpSpPr/>
          <p:nvPr/>
        </p:nvGrpSpPr>
        <p:grpSpPr>
          <a:xfrm>
            <a:off x="3467074" y="5974203"/>
            <a:ext cx="1745709" cy="362390"/>
            <a:chOff x="928994" y="1768751"/>
            <a:chExt cx="1745709" cy="362390"/>
          </a:xfrm>
        </p:grpSpPr>
        <p:grpSp>
          <p:nvGrpSpPr>
            <p:cNvPr id="229" name="Grupo 228">
              <a:extLst>
                <a:ext uri="{FF2B5EF4-FFF2-40B4-BE49-F238E27FC236}">
                  <a16:creationId xmlns:a16="http://schemas.microsoft.com/office/drawing/2014/main" id="{06FAAEFB-E187-483B-89D6-8692CE5F88E2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231" name="Grupo 230">
                <a:extLst>
                  <a:ext uri="{FF2B5EF4-FFF2-40B4-BE49-F238E27FC236}">
                    <a16:creationId xmlns:a16="http://schemas.microsoft.com/office/drawing/2014/main" id="{42EEB42F-8BD8-4279-B49E-7D198E691BC8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233" name="Rectángulo: esquinas redondeadas 232">
                  <a:extLst>
                    <a:ext uri="{FF2B5EF4-FFF2-40B4-BE49-F238E27FC236}">
                      <a16:creationId xmlns:a16="http://schemas.microsoft.com/office/drawing/2014/main" id="{A30387EC-69E2-4BB9-A8F4-6748FA7C1486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34" name="Rectángulo: esquinas redondeadas 4">
                  <a:extLst>
                    <a:ext uri="{FF2B5EF4-FFF2-40B4-BE49-F238E27FC236}">
                      <a16:creationId xmlns:a16="http://schemas.microsoft.com/office/drawing/2014/main" id="{9F00F211-2C10-49E4-AE3E-DDEC6BA9C705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GENERALES</a:t>
                  </a:r>
                </a:p>
              </p:txBody>
            </p:sp>
          </p:grpSp>
          <p:sp>
            <p:nvSpPr>
              <p:cNvPr id="232" name="Rectángulo: esquinas redondeadas 4">
                <a:extLst>
                  <a:ext uri="{FF2B5EF4-FFF2-40B4-BE49-F238E27FC236}">
                    <a16:creationId xmlns:a16="http://schemas.microsoft.com/office/drawing/2014/main" id="{36F3AF40-D1B6-40F0-B12E-4F31C35D26A1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Tabla9</a:t>
                </a:r>
              </a:p>
            </p:txBody>
          </p:sp>
        </p:grpSp>
        <p:cxnSp>
          <p:nvCxnSpPr>
            <p:cNvPr id="230" name="Conector recto 229">
              <a:extLst>
                <a:ext uri="{FF2B5EF4-FFF2-40B4-BE49-F238E27FC236}">
                  <a16:creationId xmlns:a16="http://schemas.microsoft.com/office/drawing/2014/main" id="{ECB17BBA-D8DD-47E1-A063-48E4AE46F3F5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upo 234">
            <a:extLst>
              <a:ext uri="{FF2B5EF4-FFF2-40B4-BE49-F238E27FC236}">
                <a16:creationId xmlns:a16="http://schemas.microsoft.com/office/drawing/2014/main" id="{0C3A91E0-0F49-4EB1-A283-23F9960EE057}"/>
              </a:ext>
            </a:extLst>
          </p:cNvPr>
          <p:cNvGrpSpPr/>
          <p:nvPr/>
        </p:nvGrpSpPr>
        <p:grpSpPr>
          <a:xfrm>
            <a:off x="3482889" y="6367155"/>
            <a:ext cx="1745709" cy="362390"/>
            <a:chOff x="928994" y="1768751"/>
            <a:chExt cx="1745709" cy="362390"/>
          </a:xfrm>
        </p:grpSpPr>
        <p:grpSp>
          <p:nvGrpSpPr>
            <p:cNvPr id="236" name="Grupo 235">
              <a:extLst>
                <a:ext uri="{FF2B5EF4-FFF2-40B4-BE49-F238E27FC236}">
                  <a16:creationId xmlns:a16="http://schemas.microsoft.com/office/drawing/2014/main" id="{F6F67E6F-6AB1-473A-8F4D-9E5EA590D55A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238" name="Grupo 237">
                <a:extLst>
                  <a:ext uri="{FF2B5EF4-FFF2-40B4-BE49-F238E27FC236}">
                    <a16:creationId xmlns:a16="http://schemas.microsoft.com/office/drawing/2014/main" id="{DB76955D-B41E-4C00-877B-C63964AEAC1D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240" name="Rectángulo: esquinas redondeadas 239">
                  <a:extLst>
                    <a:ext uri="{FF2B5EF4-FFF2-40B4-BE49-F238E27FC236}">
                      <a16:creationId xmlns:a16="http://schemas.microsoft.com/office/drawing/2014/main" id="{FD116700-9C88-4BF3-88F3-CD31726F23BC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41" name="Rectángulo: esquinas redondeadas 4">
                  <a:extLst>
                    <a:ext uri="{FF2B5EF4-FFF2-40B4-BE49-F238E27FC236}">
                      <a16:creationId xmlns:a16="http://schemas.microsoft.com/office/drawing/2014/main" id="{8EF1C9C8-9BFA-49D2-9E84-080A6D1C1D35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FIRMA COMERCIAL</a:t>
                  </a:r>
                </a:p>
              </p:txBody>
            </p:sp>
          </p:grpSp>
          <p:sp>
            <p:nvSpPr>
              <p:cNvPr id="239" name="Rectángulo: esquinas redondeadas 4">
                <a:extLst>
                  <a:ext uri="{FF2B5EF4-FFF2-40B4-BE49-F238E27FC236}">
                    <a16:creationId xmlns:a16="http://schemas.microsoft.com/office/drawing/2014/main" id="{F72A991C-8EA7-4E32-82FB-2B4161AAC5F9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Tabla10</a:t>
                </a:r>
              </a:p>
            </p:txBody>
          </p:sp>
        </p:grpSp>
        <p:cxnSp>
          <p:nvCxnSpPr>
            <p:cNvPr id="237" name="Conector recto 236">
              <a:extLst>
                <a:ext uri="{FF2B5EF4-FFF2-40B4-BE49-F238E27FC236}">
                  <a16:creationId xmlns:a16="http://schemas.microsoft.com/office/drawing/2014/main" id="{9F9B05A0-9C56-4E9F-963D-613F2AD709DD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E93A8DB-2923-4E01-B866-0B8C4536E2C2}"/>
              </a:ext>
            </a:extLst>
          </p:cNvPr>
          <p:cNvGrpSpPr/>
          <p:nvPr/>
        </p:nvGrpSpPr>
        <p:grpSpPr>
          <a:xfrm>
            <a:off x="3471169" y="453251"/>
            <a:ext cx="1729894" cy="946560"/>
            <a:chOff x="3471169" y="453251"/>
            <a:chExt cx="1729894" cy="946560"/>
          </a:xfrm>
        </p:grpSpPr>
        <p:grpSp>
          <p:nvGrpSpPr>
            <p:cNvPr id="170" name="Grupo 169">
              <a:extLst>
                <a:ext uri="{FF2B5EF4-FFF2-40B4-BE49-F238E27FC236}">
                  <a16:creationId xmlns:a16="http://schemas.microsoft.com/office/drawing/2014/main" id="{C9AFE72E-9B28-42FA-B107-DE84F8919E83}"/>
                </a:ext>
              </a:extLst>
            </p:cNvPr>
            <p:cNvGrpSpPr/>
            <p:nvPr/>
          </p:nvGrpSpPr>
          <p:grpSpPr>
            <a:xfrm>
              <a:off x="3471169" y="580580"/>
              <a:ext cx="1729894" cy="279383"/>
              <a:chOff x="3667463" y="797237"/>
              <a:chExt cx="740012" cy="370321"/>
            </a:xfrm>
          </p:grpSpPr>
          <p:sp>
            <p:nvSpPr>
              <p:cNvPr id="175" name="Rectángulo: esquinas redondeadas 174">
                <a:extLst>
                  <a:ext uri="{FF2B5EF4-FFF2-40B4-BE49-F238E27FC236}">
                    <a16:creationId xmlns:a16="http://schemas.microsoft.com/office/drawing/2014/main" id="{AA801BA7-FD52-4ECF-94F6-6D53E6FE3E0D}"/>
                  </a:ext>
                </a:extLst>
              </p:cNvPr>
              <p:cNvSpPr/>
              <p:nvPr/>
            </p:nvSpPr>
            <p:spPr>
              <a:xfrm>
                <a:off x="3667463" y="797237"/>
                <a:ext cx="740012" cy="370321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6" name="Rectángulo: esquinas redondeadas 4">
                <a:extLst>
                  <a:ext uri="{FF2B5EF4-FFF2-40B4-BE49-F238E27FC236}">
                    <a16:creationId xmlns:a16="http://schemas.microsoft.com/office/drawing/2014/main" id="{EFE524F1-B120-4FFF-A230-17C4B0FD234D}"/>
                  </a:ext>
                </a:extLst>
              </p:cNvPr>
              <p:cNvSpPr txBox="1"/>
              <p:nvPr/>
            </p:nvSpPr>
            <p:spPr>
              <a:xfrm>
                <a:off x="3694841" y="824616"/>
                <a:ext cx="712634" cy="26943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57150" lvl="1" indent="-571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Equipo Base</a:t>
                </a:r>
              </a:p>
              <a:p>
                <a:pPr marL="514350" lvl="2" indent="-57150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M2 –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ML</a:t>
                </a:r>
                <a:r>
                  <a:rPr lang="es-CO" sz="800" dirty="0">
                    <a:solidFill>
                      <a:srgbClr val="297FB8"/>
                    </a:solidFill>
                  </a:rPr>
                  <a:t> -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$ VALORES</a:t>
                </a:r>
              </a:p>
            </p:txBody>
          </p: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6AE5712A-F8E0-4CB5-B6B8-3228FD38BE9D}"/>
                </a:ext>
              </a:extLst>
            </p:cNvPr>
            <p:cNvGrpSpPr/>
            <p:nvPr/>
          </p:nvGrpSpPr>
          <p:grpSpPr>
            <a:xfrm>
              <a:off x="3471169" y="883885"/>
              <a:ext cx="1729894" cy="107726"/>
              <a:chOff x="3471169" y="883885"/>
              <a:chExt cx="1729894" cy="107726"/>
            </a:xfrm>
          </p:grpSpPr>
          <p:sp>
            <p:nvSpPr>
              <p:cNvPr id="173" name="Rectángulo: esquinas redondeadas 172">
                <a:extLst>
                  <a:ext uri="{FF2B5EF4-FFF2-40B4-BE49-F238E27FC236}">
                    <a16:creationId xmlns:a16="http://schemas.microsoft.com/office/drawing/2014/main" id="{6E010F1F-2542-416E-BEF3-6C5941C93603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4" name="Rectángulo: esquinas redondeadas 4">
                <a:extLst>
                  <a:ext uri="{FF2B5EF4-FFF2-40B4-BE49-F238E27FC236}">
                    <a16:creationId xmlns:a16="http://schemas.microsoft.com/office/drawing/2014/main" id="{B6F7F0C6-FBBD-4F4B-A18B-D5A75195985C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068945" cy="881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SUB TOTAL1</a:t>
                </a:r>
              </a:p>
            </p:txBody>
          </p:sp>
        </p:grpSp>
        <p:sp>
          <p:nvSpPr>
            <p:cNvPr id="172" name="Rectángulo: esquinas redondeadas 4">
              <a:extLst>
                <a:ext uri="{FF2B5EF4-FFF2-40B4-BE49-F238E27FC236}">
                  <a16:creationId xmlns:a16="http://schemas.microsoft.com/office/drawing/2014/main" id="{403BF647-AD30-46EF-9780-DC7984213D6C}"/>
                </a:ext>
              </a:extLst>
            </p:cNvPr>
            <p:cNvSpPr txBox="1"/>
            <p:nvPr/>
          </p:nvSpPr>
          <p:spPr>
            <a:xfrm>
              <a:off x="3471169" y="453251"/>
              <a:ext cx="1068945" cy="1169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800" kern="1200" noProof="0" dirty="0">
                  <a:solidFill>
                    <a:srgbClr val="FF0000"/>
                  </a:solidFill>
                </a:rPr>
                <a:t>Tabla1</a:t>
              </a:r>
            </a:p>
          </p:txBody>
        </p:sp>
        <p:grpSp>
          <p:nvGrpSpPr>
            <p:cNvPr id="242" name="Grupo 241">
              <a:extLst>
                <a:ext uri="{FF2B5EF4-FFF2-40B4-BE49-F238E27FC236}">
                  <a16:creationId xmlns:a16="http://schemas.microsoft.com/office/drawing/2014/main" id="{314E0548-3855-4629-9A8C-9D8FFCA7A7A4}"/>
                </a:ext>
              </a:extLst>
            </p:cNvPr>
            <p:cNvGrpSpPr/>
            <p:nvPr/>
          </p:nvGrpSpPr>
          <p:grpSpPr>
            <a:xfrm>
              <a:off x="3471169" y="1017289"/>
              <a:ext cx="1729894" cy="114474"/>
              <a:chOff x="3471169" y="883885"/>
              <a:chExt cx="1729894" cy="114474"/>
            </a:xfrm>
          </p:grpSpPr>
          <p:sp>
            <p:nvSpPr>
              <p:cNvPr id="243" name="Rectángulo: esquinas redondeadas 242">
                <a:extLst>
                  <a:ext uri="{FF2B5EF4-FFF2-40B4-BE49-F238E27FC236}">
                    <a16:creationId xmlns:a16="http://schemas.microsoft.com/office/drawing/2014/main" id="{63AD5855-4C3E-40E4-884D-FEDA67619CD5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44" name="Rectángulo: esquinas redondeadas 4">
                <a:extLst>
                  <a:ext uri="{FF2B5EF4-FFF2-40B4-BE49-F238E27FC236}">
                    <a16:creationId xmlns:a16="http://schemas.microsoft.com/office/drawing/2014/main" id="{A5D9F713-C6AC-409F-B02F-07F0CB6480BA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654173" cy="1115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Menos m2 del inventario : m2  - $Valor</a:t>
                </a:r>
              </a:p>
            </p:txBody>
          </p:sp>
        </p:grpSp>
        <p:grpSp>
          <p:nvGrpSpPr>
            <p:cNvPr id="245" name="Grupo 244">
              <a:extLst>
                <a:ext uri="{FF2B5EF4-FFF2-40B4-BE49-F238E27FC236}">
                  <a16:creationId xmlns:a16="http://schemas.microsoft.com/office/drawing/2014/main" id="{74C29B30-732E-4141-82A1-652C1016BB2E}"/>
                </a:ext>
              </a:extLst>
            </p:cNvPr>
            <p:cNvGrpSpPr/>
            <p:nvPr/>
          </p:nvGrpSpPr>
          <p:grpSpPr>
            <a:xfrm>
              <a:off x="3471169" y="1150203"/>
              <a:ext cx="1729894" cy="114474"/>
              <a:chOff x="3471169" y="883885"/>
              <a:chExt cx="1729894" cy="114474"/>
            </a:xfrm>
          </p:grpSpPr>
          <p:sp>
            <p:nvSpPr>
              <p:cNvPr id="246" name="Rectángulo: esquinas redondeadas 245">
                <a:extLst>
                  <a:ext uri="{FF2B5EF4-FFF2-40B4-BE49-F238E27FC236}">
                    <a16:creationId xmlns:a16="http://schemas.microsoft.com/office/drawing/2014/main" id="{A413BC6E-321E-4A85-8E8A-01A9BD9593D5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47" name="Rectángulo: esquinas redondeadas 4">
                <a:extLst>
                  <a:ext uri="{FF2B5EF4-FFF2-40B4-BE49-F238E27FC236}">
                    <a16:creationId xmlns:a16="http://schemas.microsoft.com/office/drawing/2014/main" id="{3B1B8D52-4173-49C0-B073-C568EE92D65F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654173" cy="1115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Mas valor Repotenciado m2 -$Valor</a:t>
                </a:r>
              </a:p>
            </p:txBody>
          </p:sp>
        </p:grpSp>
        <p:grpSp>
          <p:nvGrpSpPr>
            <p:cNvPr id="248" name="Grupo 247">
              <a:extLst>
                <a:ext uri="{FF2B5EF4-FFF2-40B4-BE49-F238E27FC236}">
                  <a16:creationId xmlns:a16="http://schemas.microsoft.com/office/drawing/2014/main" id="{346E7AAE-BB44-4C52-A9B3-B3ED2E4D7FAF}"/>
                </a:ext>
              </a:extLst>
            </p:cNvPr>
            <p:cNvGrpSpPr/>
            <p:nvPr/>
          </p:nvGrpSpPr>
          <p:grpSpPr>
            <a:xfrm>
              <a:off x="3471169" y="1292085"/>
              <a:ext cx="1729894" cy="107726"/>
              <a:chOff x="3471169" y="883885"/>
              <a:chExt cx="1729894" cy="107726"/>
            </a:xfrm>
          </p:grpSpPr>
          <p:sp>
            <p:nvSpPr>
              <p:cNvPr id="249" name="Rectángulo: esquinas redondeadas 248">
                <a:extLst>
                  <a:ext uri="{FF2B5EF4-FFF2-40B4-BE49-F238E27FC236}">
                    <a16:creationId xmlns:a16="http://schemas.microsoft.com/office/drawing/2014/main" id="{467D9255-48BB-46A0-891A-56BA1591787B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50" name="Rectángulo: esquinas redondeadas 4">
                <a:extLst>
                  <a:ext uri="{FF2B5EF4-FFF2-40B4-BE49-F238E27FC236}">
                    <a16:creationId xmlns:a16="http://schemas.microsoft.com/office/drawing/2014/main" id="{2ED7D22C-66DC-486A-A33D-BFA202C16409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068945" cy="881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b="1" kern="1200" noProof="0" dirty="0">
                    <a:solidFill>
                      <a:srgbClr val="297FB8"/>
                    </a:solidFill>
                  </a:rPr>
                  <a:t>SUB TOTAL2</a:t>
                </a:r>
              </a:p>
            </p:txBody>
          </p:sp>
        </p:grpSp>
      </p:grpSp>
      <p:grpSp>
        <p:nvGrpSpPr>
          <p:cNvPr id="251" name="Grupo 250">
            <a:extLst>
              <a:ext uri="{FF2B5EF4-FFF2-40B4-BE49-F238E27FC236}">
                <a16:creationId xmlns:a16="http://schemas.microsoft.com/office/drawing/2014/main" id="{61F2B0A9-539A-4B93-B967-8C9E36BC14DC}"/>
              </a:ext>
            </a:extLst>
          </p:cNvPr>
          <p:cNvGrpSpPr/>
          <p:nvPr/>
        </p:nvGrpSpPr>
        <p:grpSpPr>
          <a:xfrm>
            <a:off x="3479076" y="1429342"/>
            <a:ext cx="1729894" cy="946560"/>
            <a:chOff x="3471169" y="453251"/>
            <a:chExt cx="1729894" cy="946560"/>
          </a:xfrm>
        </p:grpSpPr>
        <p:grpSp>
          <p:nvGrpSpPr>
            <p:cNvPr id="252" name="Grupo 251">
              <a:extLst>
                <a:ext uri="{FF2B5EF4-FFF2-40B4-BE49-F238E27FC236}">
                  <a16:creationId xmlns:a16="http://schemas.microsoft.com/office/drawing/2014/main" id="{FA4D88A4-69F6-485C-BEF7-53DECB90125E}"/>
                </a:ext>
              </a:extLst>
            </p:cNvPr>
            <p:cNvGrpSpPr/>
            <p:nvPr/>
          </p:nvGrpSpPr>
          <p:grpSpPr>
            <a:xfrm>
              <a:off x="3471169" y="580580"/>
              <a:ext cx="1729894" cy="279383"/>
              <a:chOff x="3667463" y="797237"/>
              <a:chExt cx="740012" cy="370321"/>
            </a:xfrm>
          </p:grpSpPr>
          <p:sp>
            <p:nvSpPr>
              <p:cNvPr id="266" name="Rectángulo: esquinas redondeadas 265">
                <a:extLst>
                  <a:ext uri="{FF2B5EF4-FFF2-40B4-BE49-F238E27FC236}">
                    <a16:creationId xmlns:a16="http://schemas.microsoft.com/office/drawing/2014/main" id="{BEA391C5-AE21-488A-8667-EFA8402DB655}"/>
                  </a:ext>
                </a:extLst>
              </p:cNvPr>
              <p:cNvSpPr/>
              <p:nvPr/>
            </p:nvSpPr>
            <p:spPr>
              <a:xfrm>
                <a:off x="3667463" y="797237"/>
                <a:ext cx="740012" cy="370321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7" name="Rectángulo: esquinas redondeadas 4">
                <a:extLst>
                  <a:ext uri="{FF2B5EF4-FFF2-40B4-BE49-F238E27FC236}">
                    <a16:creationId xmlns:a16="http://schemas.microsoft.com/office/drawing/2014/main" id="{86E9A98A-9D1D-44A7-8BD3-2C2A1323EE64}"/>
                  </a:ext>
                </a:extLst>
              </p:cNvPr>
              <p:cNvSpPr txBox="1"/>
              <p:nvPr/>
            </p:nvSpPr>
            <p:spPr>
              <a:xfrm>
                <a:off x="3694841" y="824616"/>
                <a:ext cx="712634" cy="26943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57150" lvl="1" indent="-571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Adicionales</a:t>
                </a:r>
              </a:p>
              <a:p>
                <a:pPr marL="514350" lvl="2" indent="-57150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M2 –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ML</a:t>
                </a:r>
                <a:r>
                  <a:rPr lang="es-CO" sz="800" dirty="0">
                    <a:solidFill>
                      <a:srgbClr val="297FB8"/>
                    </a:solidFill>
                  </a:rPr>
                  <a:t> -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$ VALORES</a:t>
                </a:r>
              </a:p>
            </p:txBody>
          </p:sp>
        </p:grpSp>
        <p:grpSp>
          <p:nvGrpSpPr>
            <p:cNvPr id="253" name="Grupo 252">
              <a:extLst>
                <a:ext uri="{FF2B5EF4-FFF2-40B4-BE49-F238E27FC236}">
                  <a16:creationId xmlns:a16="http://schemas.microsoft.com/office/drawing/2014/main" id="{DB906A2B-1CB7-48DD-B50D-E8F6522166DF}"/>
                </a:ext>
              </a:extLst>
            </p:cNvPr>
            <p:cNvGrpSpPr/>
            <p:nvPr/>
          </p:nvGrpSpPr>
          <p:grpSpPr>
            <a:xfrm>
              <a:off x="3471169" y="883885"/>
              <a:ext cx="1729894" cy="107726"/>
              <a:chOff x="3471169" y="883885"/>
              <a:chExt cx="1729894" cy="107726"/>
            </a:xfrm>
          </p:grpSpPr>
          <p:sp>
            <p:nvSpPr>
              <p:cNvPr id="264" name="Rectángulo: esquinas redondeadas 263">
                <a:extLst>
                  <a:ext uri="{FF2B5EF4-FFF2-40B4-BE49-F238E27FC236}">
                    <a16:creationId xmlns:a16="http://schemas.microsoft.com/office/drawing/2014/main" id="{B03A7300-11F5-4702-811E-DA98838F0ED9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5" name="Rectángulo: esquinas redondeadas 4">
                <a:extLst>
                  <a:ext uri="{FF2B5EF4-FFF2-40B4-BE49-F238E27FC236}">
                    <a16:creationId xmlns:a16="http://schemas.microsoft.com/office/drawing/2014/main" id="{6F33C84C-40B0-4CC3-B5A6-32FDFD00FCBF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068945" cy="881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SUB TOTAL1</a:t>
                </a:r>
              </a:p>
            </p:txBody>
          </p:sp>
        </p:grpSp>
        <p:sp>
          <p:nvSpPr>
            <p:cNvPr id="254" name="Rectángulo: esquinas redondeadas 4">
              <a:extLst>
                <a:ext uri="{FF2B5EF4-FFF2-40B4-BE49-F238E27FC236}">
                  <a16:creationId xmlns:a16="http://schemas.microsoft.com/office/drawing/2014/main" id="{A4E80B95-968E-4A41-8CDA-9F7AAE30CAFC}"/>
                </a:ext>
              </a:extLst>
            </p:cNvPr>
            <p:cNvSpPr txBox="1"/>
            <p:nvPr/>
          </p:nvSpPr>
          <p:spPr>
            <a:xfrm>
              <a:off x="3471169" y="453251"/>
              <a:ext cx="1068945" cy="1169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800" kern="1200" noProof="0" dirty="0">
                  <a:solidFill>
                    <a:srgbClr val="FF0000"/>
                  </a:solidFill>
                </a:rPr>
                <a:t>Tabla2</a:t>
              </a:r>
            </a:p>
          </p:txBody>
        </p:sp>
        <p:grpSp>
          <p:nvGrpSpPr>
            <p:cNvPr id="255" name="Grupo 254">
              <a:extLst>
                <a:ext uri="{FF2B5EF4-FFF2-40B4-BE49-F238E27FC236}">
                  <a16:creationId xmlns:a16="http://schemas.microsoft.com/office/drawing/2014/main" id="{065FF14D-4725-4360-A7DA-507174DD30AF}"/>
                </a:ext>
              </a:extLst>
            </p:cNvPr>
            <p:cNvGrpSpPr/>
            <p:nvPr/>
          </p:nvGrpSpPr>
          <p:grpSpPr>
            <a:xfrm>
              <a:off x="3471169" y="1017289"/>
              <a:ext cx="1729894" cy="114474"/>
              <a:chOff x="3471169" y="883885"/>
              <a:chExt cx="1729894" cy="114474"/>
            </a:xfrm>
          </p:grpSpPr>
          <p:sp>
            <p:nvSpPr>
              <p:cNvPr id="262" name="Rectángulo: esquinas redondeadas 261">
                <a:extLst>
                  <a:ext uri="{FF2B5EF4-FFF2-40B4-BE49-F238E27FC236}">
                    <a16:creationId xmlns:a16="http://schemas.microsoft.com/office/drawing/2014/main" id="{A359838D-967A-46F0-BF20-1333E7B39AD6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3" name="Rectángulo: esquinas redondeadas 4">
                <a:extLst>
                  <a:ext uri="{FF2B5EF4-FFF2-40B4-BE49-F238E27FC236}">
                    <a16:creationId xmlns:a16="http://schemas.microsoft.com/office/drawing/2014/main" id="{D1CFD8FE-2CB4-43D3-B9BA-0592E2F7B1A4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654173" cy="1115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Menos m2 del inventario : m2  - $Valor</a:t>
                </a:r>
              </a:p>
            </p:txBody>
          </p:sp>
        </p:grpSp>
        <p:grpSp>
          <p:nvGrpSpPr>
            <p:cNvPr id="256" name="Grupo 255">
              <a:extLst>
                <a:ext uri="{FF2B5EF4-FFF2-40B4-BE49-F238E27FC236}">
                  <a16:creationId xmlns:a16="http://schemas.microsoft.com/office/drawing/2014/main" id="{C2615D64-EED0-4F25-A992-283E4188E684}"/>
                </a:ext>
              </a:extLst>
            </p:cNvPr>
            <p:cNvGrpSpPr/>
            <p:nvPr/>
          </p:nvGrpSpPr>
          <p:grpSpPr>
            <a:xfrm>
              <a:off x="3471169" y="1150203"/>
              <a:ext cx="1729894" cy="114474"/>
              <a:chOff x="3471169" y="883885"/>
              <a:chExt cx="1729894" cy="114474"/>
            </a:xfrm>
          </p:grpSpPr>
          <p:sp>
            <p:nvSpPr>
              <p:cNvPr id="260" name="Rectángulo: esquinas redondeadas 259">
                <a:extLst>
                  <a:ext uri="{FF2B5EF4-FFF2-40B4-BE49-F238E27FC236}">
                    <a16:creationId xmlns:a16="http://schemas.microsoft.com/office/drawing/2014/main" id="{3C322544-6C35-46CE-9D8A-1D88B7701C04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61" name="Rectángulo: esquinas redondeadas 4">
                <a:extLst>
                  <a:ext uri="{FF2B5EF4-FFF2-40B4-BE49-F238E27FC236}">
                    <a16:creationId xmlns:a16="http://schemas.microsoft.com/office/drawing/2014/main" id="{8E8F7E01-5542-45C9-8266-1D56D0C217C2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654173" cy="11157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kern="1200" noProof="0" dirty="0">
                    <a:solidFill>
                      <a:srgbClr val="297FB8"/>
                    </a:solidFill>
                  </a:rPr>
                  <a:t>Mas valor Repotenciado m2 -$Valor</a:t>
                </a:r>
              </a:p>
            </p:txBody>
          </p:sp>
        </p:grpSp>
        <p:grpSp>
          <p:nvGrpSpPr>
            <p:cNvPr id="257" name="Grupo 256">
              <a:extLst>
                <a:ext uri="{FF2B5EF4-FFF2-40B4-BE49-F238E27FC236}">
                  <a16:creationId xmlns:a16="http://schemas.microsoft.com/office/drawing/2014/main" id="{E04669E3-5EBD-438D-8FE2-FD770DAEC98B}"/>
                </a:ext>
              </a:extLst>
            </p:cNvPr>
            <p:cNvGrpSpPr/>
            <p:nvPr/>
          </p:nvGrpSpPr>
          <p:grpSpPr>
            <a:xfrm>
              <a:off x="3471169" y="1292085"/>
              <a:ext cx="1729894" cy="107726"/>
              <a:chOff x="3471169" y="883885"/>
              <a:chExt cx="1729894" cy="107726"/>
            </a:xfrm>
          </p:grpSpPr>
          <p:sp>
            <p:nvSpPr>
              <p:cNvPr id="258" name="Rectángulo: esquinas redondeadas 257">
                <a:extLst>
                  <a:ext uri="{FF2B5EF4-FFF2-40B4-BE49-F238E27FC236}">
                    <a16:creationId xmlns:a16="http://schemas.microsoft.com/office/drawing/2014/main" id="{ADE2588E-572A-4ED0-A46A-C32A95457B90}"/>
                  </a:ext>
                </a:extLst>
              </p:cNvPr>
              <p:cNvSpPr/>
              <p:nvPr/>
            </p:nvSpPr>
            <p:spPr>
              <a:xfrm>
                <a:off x="3471169" y="883885"/>
                <a:ext cx="1729894" cy="107726"/>
              </a:xfrm>
              <a:prstGeom prst="roundRect">
                <a:avLst>
                  <a:gd name="adj" fmla="val 10000"/>
                </a:avLst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59" name="Rectángulo: esquinas redondeadas 4">
                <a:extLst>
                  <a:ext uri="{FF2B5EF4-FFF2-40B4-BE49-F238E27FC236}">
                    <a16:creationId xmlns:a16="http://schemas.microsoft.com/office/drawing/2014/main" id="{E989E0C1-33AF-415D-9DD5-B1B6D4D3FE8F}"/>
                  </a:ext>
                </a:extLst>
              </p:cNvPr>
              <p:cNvSpPr txBox="1"/>
              <p:nvPr/>
            </p:nvSpPr>
            <p:spPr>
              <a:xfrm>
                <a:off x="3535169" y="886785"/>
                <a:ext cx="1068945" cy="881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700" b="1" kern="1200" noProof="0" dirty="0">
                    <a:solidFill>
                      <a:srgbClr val="297FB8"/>
                    </a:solidFill>
                  </a:rPr>
                  <a:t>SUB TOTAL2</a:t>
                </a:r>
              </a:p>
            </p:txBody>
          </p:sp>
        </p:grpSp>
      </p:grpSp>
      <p:cxnSp>
        <p:nvCxnSpPr>
          <p:cNvPr id="268" name="Conector recto 267">
            <a:extLst>
              <a:ext uri="{FF2B5EF4-FFF2-40B4-BE49-F238E27FC236}">
                <a16:creationId xmlns:a16="http://schemas.microsoft.com/office/drawing/2014/main" id="{06581F57-0E4E-4CA8-B348-52A530F7AA28}"/>
              </a:ext>
            </a:extLst>
          </p:cNvPr>
          <p:cNvCxnSpPr/>
          <p:nvPr/>
        </p:nvCxnSpPr>
        <p:spPr>
          <a:xfrm>
            <a:off x="3476050" y="1432166"/>
            <a:ext cx="1722268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9" name="Grupo 268">
            <a:extLst>
              <a:ext uri="{FF2B5EF4-FFF2-40B4-BE49-F238E27FC236}">
                <a16:creationId xmlns:a16="http://schemas.microsoft.com/office/drawing/2014/main" id="{8CDCAFFA-6067-4171-AF0E-0A69AD8C3A77}"/>
              </a:ext>
            </a:extLst>
          </p:cNvPr>
          <p:cNvGrpSpPr/>
          <p:nvPr/>
        </p:nvGrpSpPr>
        <p:grpSpPr>
          <a:xfrm>
            <a:off x="6020970" y="453251"/>
            <a:ext cx="1729894" cy="791710"/>
            <a:chOff x="1113847" y="1285671"/>
            <a:chExt cx="1729894" cy="791710"/>
          </a:xfrm>
        </p:grpSpPr>
        <p:grpSp>
          <p:nvGrpSpPr>
            <p:cNvPr id="270" name="Grupo 269">
              <a:extLst>
                <a:ext uri="{FF2B5EF4-FFF2-40B4-BE49-F238E27FC236}">
                  <a16:creationId xmlns:a16="http://schemas.microsoft.com/office/drawing/2014/main" id="{06B8FE09-5AC3-4ADC-849D-D7BECB1A5DB1}"/>
                </a:ext>
              </a:extLst>
            </p:cNvPr>
            <p:cNvGrpSpPr/>
            <p:nvPr/>
          </p:nvGrpSpPr>
          <p:grpSpPr>
            <a:xfrm>
              <a:off x="1113847" y="1413000"/>
              <a:ext cx="1729894" cy="664381"/>
              <a:chOff x="3667463" y="797237"/>
              <a:chExt cx="740012" cy="880634"/>
            </a:xfrm>
          </p:grpSpPr>
          <p:sp>
            <p:nvSpPr>
              <p:cNvPr id="275" name="Rectángulo: esquinas redondeadas 274">
                <a:extLst>
                  <a:ext uri="{FF2B5EF4-FFF2-40B4-BE49-F238E27FC236}">
                    <a16:creationId xmlns:a16="http://schemas.microsoft.com/office/drawing/2014/main" id="{12FBB500-0DB3-46A9-8102-52E7EAD4C969}"/>
                  </a:ext>
                </a:extLst>
              </p:cNvPr>
              <p:cNvSpPr/>
              <p:nvPr/>
            </p:nvSpPr>
            <p:spPr>
              <a:xfrm>
                <a:off x="3667463" y="797237"/>
                <a:ext cx="740012" cy="43347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6" name="Rectángulo: esquinas redondeadas 4">
                <a:extLst>
                  <a:ext uri="{FF2B5EF4-FFF2-40B4-BE49-F238E27FC236}">
                    <a16:creationId xmlns:a16="http://schemas.microsoft.com/office/drawing/2014/main" id="{B3CB8697-8104-498D-8641-ACA7844A696B}"/>
                  </a:ext>
                </a:extLst>
              </p:cNvPr>
              <p:cNvSpPr txBox="1"/>
              <p:nvPr/>
            </p:nvSpPr>
            <p:spPr>
              <a:xfrm>
                <a:off x="3694841" y="824616"/>
                <a:ext cx="712634" cy="85325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57150" lvl="1" indent="-57150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Equipo Base</a:t>
                </a:r>
              </a:p>
              <a:p>
                <a:pPr marL="514350" lvl="2" indent="-57150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r>
                  <a:rPr lang="es-CO" sz="800" dirty="0">
                    <a:solidFill>
                      <a:srgbClr val="297FB8"/>
                    </a:solidFill>
                  </a:rPr>
                  <a:t>M2 –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ML</a:t>
                </a:r>
                <a:r>
                  <a:rPr lang="es-CO" sz="800" dirty="0">
                    <a:solidFill>
                      <a:srgbClr val="297FB8"/>
                    </a:solidFill>
                  </a:rPr>
                  <a:t> - </a:t>
                </a:r>
                <a:r>
                  <a:rPr lang="es-CO" sz="800" kern="1200" noProof="0" dirty="0">
                    <a:solidFill>
                      <a:srgbClr val="297FB8"/>
                    </a:solidFill>
                  </a:rPr>
                  <a:t>$ VALORES</a:t>
                </a:r>
              </a:p>
            </p:txBody>
          </p:sp>
        </p:grpSp>
        <p:grpSp>
          <p:nvGrpSpPr>
            <p:cNvPr id="271" name="Grupo 270">
              <a:extLst>
                <a:ext uri="{FF2B5EF4-FFF2-40B4-BE49-F238E27FC236}">
                  <a16:creationId xmlns:a16="http://schemas.microsoft.com/office/drawing/2014/main" id="{768188F6-BCFE-4FF8-A51B-34CFC069EF3E}"/>
                </a:ext>
              </a:extLst>
            </p:cNvPr>
            <p:cNvGrpSpPr/>
            <p:nvPr/>
          </p:nvGrpSpPr>
          <p:grpSpPr>
            <a:xfrm>
              <a:off x="1113847" y="1760682"/>
              <a:ext cx="1729894" cy="165775"/>
              <a:chOff x="3667463" y="479515"/>
              <a:chExt cx="740012" cy="219731"/>
            </a:xfrm>
          </p:grpSpPr>
          <p:sp>
            <p:nvSpPr>
              <p:cNvPr id="273" name="Rectángulo: esquinas redondeadas 272">
                <a:extLst>
                  <a:ext uri="{FF2B5EF4-FFF2-40B4-BE49-F238E27FC236}">
                    <a16:creationId xmlns:a16="http://schemas.microsoft.com/office/drawing/2014/main" id="{3BE2813E-993A-4032-98D5-10470847D03F}"/>
                  </a:ext>
                </a:extLst>
              </p:cNvPr>
              <p:cNvSpPr/>
              <p:nvPr/>
            </p:nvSpPr>
            <p:spPr>
              <a:xfrm>
                <a:off x="3667463" y="479515"/>
                <a:ext cx="740012" cy="21973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4" name="Rectángulo: esquinas redondeadas 4">
                <a:extLst>
                  <a:ext uri="{FF2B5EF4-FFF2-40B4-BE49-F238E27FC236}">
                    <a16:creationId xmlns:a16="http://schemas.microsoft.com/office/drawing/2014/main" id="{499E9A93-9C17-46F3-B01E-8BB55B309CCD}"/>
                  </a:ext>
                </a:extLst>
              </p:cNvPr>
              <p:cNvSpPr txBox="1"/>
              <p:nvPr/>
            </p:nvSpPr>
            <p:spPr>
              <a:xfrm>
                <a:off x="3694841" y="506899"/>
                <a:ext cx="457272" cy="606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SUB TOTAL</a:t>
                </a:r>
              </a:p>
            </p:txBody>
          </p:sp>
        </p:grpSp>
        <p:sp>
          <p:nvSpPr>
            <p:cNvPr id="272" name="Rectángulo: esquinas redondeadas 4">
              <a:extLst>
                <a:ext uri="{FF2B5EF4-FFF2-40B4-BE49-F238E27FC236}">
                  <a16:creationId xmlns:a16="http://schemas.microsoft.com/office/drawing/2014/main" id="{DC256796-0377-488E-9DBF-AB18A8555C1D}"/>
                </a:ext>
              </a:extLst>
            </p:cNvPr>
            <p:cNvSpPr txBox="1"/>
            <p:nvPr/>
          </p:nvSpPr>
          <p:spPr>
            <a:xfrm>
              <a:off x="1113847" y="1285671"/>
              <a:ext cx="1068945" cy="1169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050" tIns="19050" rIns="19050" bIns="19050" numCol="1" spcCol="1270" anchor="t" anchorCtr="0">
              <a:noAutofit/>
            </a:bodyPr>
            <a:lstStyle/>
            <a:p>
              <a:pPr marL="0" lvl="1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s-CO" sz="800" kern="1200" noProof="0" dirty="0">
                  <a:solidFill>
                    <a:srgbClr val="297FB8"/>
                  </a:solidFill>
                </a:rPr>
                <a:t>Tabla1</a:t>
              </a:r>
            </a:p>
          </p:txBody>
        </p:sp>
      </p:grpSp>
      <p:grpSp>
        <p:nvGrpSpPr>
          <p:cNvPr id="284" name="Grupo 283">
            <a:extLst>
              <a:ext uri="{FF2B5EF4-FFF2-40B4-BE49-F238E27FC236}">
                <a16:creationId xmlns:a16="http://schemas.microsoft.com/office/drawing/2014/main" id="{229ADE09-172A-4B81-8EB4-D8DE30FC7CEA}"/>
              </a:ext>
            </a:extLst>
          </p:cNvPr>
          <p:cNvGrpSpPr/>
          <p:nvPr/>
        </p:nvGrpSpPr>
        <p:grpSpPr>
          <a:xfrm>
            <a:off x="6041667" y="4626825"/>
            <a:ext cx="1745709" cy="362390"/>
            <a:chOff x="928994" y="1768751"/>
            <a:chExt cx="1745709" cy="362390"/>
          </a:xfrm>
        </p:grpSpPr>
        <p:grpSp>
          <p:nvGrpSpPr>
            <p:cNvPr id="285" name="Grupo 284">
              <a:extLst>
                <a:ext uri="{FF2B5EF4-FFF2-40B4-BE49-F238E27FC236}">
                  <a16:creationId xmlns:a16="http://schemas.microsoft.com/office/drawing/2014/main" id="{3B17C970-A86F-4B18-8EB9-28E21687F396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287" name="Grupo 286">
                <a:extLst>
                  <a:ext uri="{FF2B5EF4-FFF2-40B4-BE49-F238E27FC236}">
                    <a16:creationId xmlns:a16="http://schemas.microsoft.com/office/drawing/2014/main" id="{CB070C6B-80B2-44EE-95F6-3F997FC80F01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289" name="Rectángulo: esquinas redondeadas 288">
                  <a:extLst>
                    <a:ext uri="{FF2B5EF4-FFF2-40B4-BE49-F238E27FC236}">
                      <a16:creationId xmlns:a16="http://schemas.microsoft.com/office/drawing/2014/main" id="{D24E9C49-CD24-4167-BC76-B559CD52DA72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90" name="Rectángulo: esquinas redondeadas 4">
                  <a:extLst>
                    <a:ext uri="{FF2B5EF4-FFF2-40B4-BE49-F238E27FC236}">
                      <a16:creationId xmlns:a16="http://schemas.microsoft.com/office/drawing/2014/main" id="{924A0DD8-C114-4369-AB04-560CA8AAD286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MEMORIA GRAFICA </a:t>
                  </a:r>
                  <a:r>
                    <a:rPr lang="es-CO" sz="800" dirty="0">
                      <a:solidFill>
                        <a:srgbClr val="FF0000"/>
                      </a:solidFill>
                    </a:rPr>
                    <a:t>(FOTOS ENLACE)</a:t>
                  </a:r>
                </a:p>
              </p:txBody>
            </p:sp>
          </p:grpSp>
          <p:sp>
            <p:nvSpPr>
              <p:cNvPr id="288" name="Rectángulo: esquinas redondeadas 4">
                <a:extLst>
                  <a:ext uri="{FF2B5EF4-FFF2-40B4-BE49-F238E27FC236}">
                    <a16:creationId xmlns:a16="http://schemas.microsoft.com/office/drawing/2014/main" id="{A2314662-0185-4F30-B8A5-099C64030064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Tabla6</a:t>
                </a:r>
              </a:p>
            </p:txBody>
          </p:sp>
        </p:grpSp>
        <p:cxnSp>
          <p:nvCxnSpPr>
            <p:cNvPr id="286" name="Conector recto 285">
              <a:extLst>
                <a:ext uri="{FF2B5EF4-FFF2-40B4-BE49-F238E27FC236}">
                  <a16:creationId xmlns:a16="http://schemas.microsoft.com/office/drawing/2014/main" id="{E70D3A71-4079-4402-9A50-BB15DD89CF4F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1" name="Grupo 290">
            <a:extLst>
              <a:ext uri="{FF2B5EF4-FFF2-40B4-BE49-F238E27FC236}">
                <a16:creationId xmlns:a16="http://schemas.microsoft.com/office/drawing/2014/main" id="{576B17FE-B169-490A-9D38-205BBB927F36}"/>
              </a:ext>
            </a:extLst>
          </p:cNvPr>
          <p:cNvGrpSpPr/>
          <p:nvPr/>
        </p:nvGrpSpPr>
        <p:grpSpPr>
          <a:xfrm>
            <a:off x="6048506" y="5026882"/>
            <a:ext cx="1745709" cy="492763"/>
            <a:chOff x="928994" y="1768751"/>
            <a:chExt cx="1745709" cy="492763"/>
          </a:xfrm>
        </p:grpSpPr>
        <p:grpSp>
          <p:nvGrpSpPr>
            <p:cNvPr id="292" name="Grupo 291">
              <a:extLst>
                <a:ext uri="{FF2B5EF4-FFF2-40B4-BE49-F238E27FC236}">
                  <a16:creationId xmlns:a16="http://schemas.microsoft.com/office/drawing/2014/main" id="{C886892F-DEE3-41FE-BE88-E30E1FFB123B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454354"/>
              <a:chOff x="1113847" y="1285671"/>
              <a:chExt cx="1729894" cy="454354"/>
            </a:xfrm>
          </p:grpSpPr>
          <p:grpSp>
            <p:nvGrpSpPr>
              <p:cNvPr id="294" name="Grupo 293">
                <a:extLst>
                  <a:ext uri="{FF2B5EF4-FFF2-40B4-BE49-F238E27FC236}">
                    <a16:creationId xmlns:a16="http://schemas.microsoft.com/office/drawing/2014/main" id="{37BFB829-E261-4B65-942E-C241EA5F5A0E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327025"/>
                <a:chOff x="3667463" y="797237"/>
                <a:chExt cx="740012" cy="433470"/>
              </a:xfrm>
            </p:grpSpPr>
            <p:sp>
              <p:nvSpPr>
                <p:cNvPr id="296" name="Rectángulo: esquinas redondeadas 295">
                  <a:extLst>
                    <a:ext uri="{FF2B5EF4-FFF2-40B4-BE49-F238E27FC236}">
                      <a16:creationId xmlns:a16="http://schemas.microsoft.com/office/drawing/2014/main" id="{2A6CABAF-223C-4BDD-972C-2EECC6E0DCEB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97" name="Rectángulo: esquinas redondeadas 4">
                  <a:extLst>
                    <a:ext uri="{FF2B5EF4-FFF2-40B4-BE49-F238E27FC236}">
                      <a16:creationId xmlns:a16="http://schemas.microsoft.com/office/drawing/2014/main" id="{63E136F6-4AB4-496B-AF4D-3065F5D7BEA9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40608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Importe en letra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RESUMEN VALORES</a:t>
                  </a:r>
                </a:p>
              </p:txBody>
            </p:sp>
          </p:grpSp>
          <p:sp>
            <p:nvSpPr>
              <p:cNvPr id="295" name="Rectángulo: esquinas redondeadas 4">
                <a:extLst>
                  <a:ext uri="{FF2B5EF4-FFF2-40B4-BE49-F238E27FC236}">
                    <a16:creationId xmlns:a16="http://schemas.microsoft.com/office/drawing/2014/main" id="{9D852FDF-AC33-4EE5-A05E-92BB70CBDD3D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Tabla7</a:t>
                </a:r>
              </a:p>
            </p:txBody>
          </p:sp>
        </p:grpSp>
        <p:cxnSp>
          <p:nvCxnSpPr>
            <p:cNvPr id="293" name="Conector recto 292">
              <a:extLst>
                <a:ext uri="{FF2B5EF4-FFF2-40B4-BE49-F238E27FC236}">
                  <a16:creationId xmlns:a16="http://schemas.microsoft.com/office/drawing/2014/main" id="{12D02A68-6D07-4E98-9AA7-8A246A0B5EB4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8" name="Grupo 297">
            <a:extLst>
              <a:ext uri="{FF2B5EF4-FFF2-40B4-BE49-F238E27FC236}">
                <a16:creationId xmlns:a16="http://schemas.microsoft.com/office/drawing/2014/main" id="{35CEDD2E-2408-4830-A945-AFF990136E23}"/>
              </a:ext>
            </a:extLst>
          </p:cNvPr>
          <p:cNvGrpSpPr/>
          <p:nvPr/>
        </p:nvGrpSpPr>
        <p:grpSpPr>
          <a:xfrm>
            <a:off x="6032691" y="5548695"/>
            <a:ext cx="1745709" cy="362390"/>
            <a:chOff x="928994" y="1768751"/>
            <a:chExt cx="1745709" cy="362390"/>
          </a:xfrm>
        </p:grpSpPr>
        <p:grpSp>
          <p:nvGrpSpPr>
            <p:cNvPr id="299" name="Grupo 298">
              <a:extLst>
                <a:ext uri="{FF2B5EF4-FFF2-40B4-BE49-F238E27FC236}">
                  <a16:creationId xmlns:a16="http://schemas.microsoft.com/office/drawing/2014/main" id="{40BE44D1-5BC2-4BB5-80C6-5D7BE73F3E71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01" name="Grupo 300">
                <a:extLst>
                  <a:ext uri="{FF2B5EF4-FFF2-40B4-BE49-F238E27FC236}">
                    <a16:creationId xmlns:a16="http://schemas.microsoft.com/office/drawing/2014/main" id="{C0B97CB1-68FE-463C-BE46-D46A0A30E1C5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03" name="Rectángulo: esquinas redondeadas 302">
                  <a:extLst>
                    <a:ext uri="{FF2B5EF4-FFF2-40B4-BE49-F238E27FC236}">
                      <a16:creationId xmlns:a16="http://schemas.microsoft.com/office/drawing/2014/main" id="{D241FFAD-C18C-4E15-8B5C-034779EFAE9B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04" name="Rectángulo: esquinas redondeadas 4">
                  <a:extLst>
                    <a:ext uri="{FF2B5EF4-FFF2-40B4-BE49-F238E27FC236}">
                      <a16:creationId xmlns:a16="http://schemas.microsoft.com/office/drawing/2014/main" id="{D92ABEF1-6E3F-4BDE-954A-4F43473D4AA0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COMERCIALES</a:t>
                  </a:r>
                </a:p>
              </p:txBody>
            </p:sp>
          </p:grpSp>
          <p:sp>
            <p:nvSpPr>
              <p:cNvPr id="302" name="Rectángulo: esquinas redondeadas 4">
                <a:extLst>
                  <a:ext uri="{FF2B5EF4-FFF2-40B4-BE49-F238E27FC236}">
                    <a16:creationId xmlns:a16="http://schemas.microsoft.com/office/drawing/2014/main" id="{7BBCE620-0C71-4FCB-983B-C16CA7803B66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Tabla8</a:t>
                </a:r>
              </a:p>
            </p:txBody>
          </p:sp>
        </p:grpSp>
        <p:cxnSp>
          <p:nvCxnSpPr>
            <p:cNvPr id="300" name="Conector recto 299">
              <a:extLst>
                <a:ext uri="{FF2B5EF4-FFF2-40B4-BE49-F238E27FC236}">
                  <a16:creationId xmlns:a16="http://schemas.microsoft.com/office/drawing/2014/main" id="{83F7AAC7-6461-440E-8CE1-D90B9DD32960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5" name="Grupo 304">
            <a:extLst>
              <a:ext uri="{FF2B5EF4-FFF2-40B4-BE49-F238E27FC236}">
                <a16:creationId xmlns:a16="http://schemas.microsoft.com/office/drawing/2014/main" id="{CA278ADE-E23A-4777-BDAA-ADB64EDA40F1}"/>
              </a:ext>
            </a:extLst>
          </p:cNvPr>
          <p:cNvGrpSpPr/>
          <p:nvPr/>
        </p:nvGrpSpPr>
        <p:grpSpPr>
          <a:xfrm>
            <a:off x="6020970" y="5955485"/>
            <a:ext cx="1745709" cy="362390"/>
            <a:chOff x="928994" y="1768751"/>
            <a:chExt cx="1745709" cy="362390"/>
          </a:xfrm>
        </p:grpSpPr>
        <p:grpSp>
          <p:nvGrpSpPr>
            <p:cNvPr id="306" name="Grupo 305">
              <a:extLst>
                <a:ext uri="{FF2B5EF4-FFF2-40B4-BE49-F238E27FC236}">
                  <a16:creationId xmlns:a16="http://schemas.microsoft.com/office/drawing/2014/main" id="{74FE123A-2E04-4B01-B7C8-615F114A5693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08" name="Grupo 307">
                <a:extLst>
                  <a:ext uri="{FF2B5EF4-FFF2-40B4-BE49-F238E27FC236}">
                    <a16:creationId xmlns:a16="http://schemas.microsoft.com/office/drawing/2014/main" id="{091662BA-5E15-4DFC-A017-B090D5E008DA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10" name="Rectángulo: esquinas redondeadas 309">
                  <a:extLst>
                    <a:ext uri="{FF2B5EF4-FFF2-40B4-BE49-F238E27FC236}">
                      <a16:creationId xmlns:a16="http://schemas.microsoft.com/office/drawing/2014/main" id="{B6D86B3E-FAB5-4F7E-987D-B04E4E9000E2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11" name="Rectángulo: esquinas redondeadas 4">
                  <a:extLst>
                    <a:ext uri="{FF2B5EF4-FFF2-40B4-BE49-F238E27FC236}">
                      <a16:creationId xmlns:a16="http://schemas.microsoft.com/office/drawing/2014/main" id="{694D2C98-9A02-42C3-82D6-4BD84E42BE3D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GENERALES</a:t>
                  </a:r>
                </a:p>
              </p:txBody>
            </p:sp>
          </p:grpSp>
          <p:sp>
            <p:nvSpPr>
              <p:cNvPr id="309" name="Rectángulo: esquinas redondeadas 4">
                <a:extLst>
                  <a:ext uri="{FF2B5EF4-FFF2-40B4-BE49-F238E27FC236}">
                    <a16:creationId xmlns:a16="http://schemas.microsoft.com/office/drawing/2014/main" id="{9F1EA29E-375F-4C76-9FD8-FC00F6135D58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Tabla9</a:t>
                </a:r>
              </a:p>
            </p:txBody>
          </p:sp>
        </p:grpSp>
        <p:cxnSp>
          <p:nvCxnSpPr>
            <p:cNvPr id="307" name="Conector recto 306">
              <a:extLst>
                <a:ext uri="{FF2B5EF4-FFF2-40B4-BE49-F238E27FC236}">
                  <a16:creationId xmlns:a16="http://schemas.microsoft.com/office/drawing/2014/main" id="{B1B5C41E-8814-4F8C-A0DF-C90AA74245CE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2" name="Grupo 311">
            <a:extLst>
              <a:ext uri="{FF2B5EF4-FFF2-40B4-BE49-F238E27FC236}">
                <a16:creationId xmlns:a16="http://schemas.microsoft.com/office/drawing/2014/main" id="{784FDAAC-946D-46F3-BFB2-17955B12BB84}"/>
              </a:ext>
            </a:extLst>
          </p:cNvPr>
          <p:cNvGrpSpPr/>
          <p:nvPr/>
        </p:nvGrpSpPr>
        <p:grpSpPr>
          <a:xfrm>
            <a:off x="6036785" y="6348437"/>
            <a:ext cx="1745709" cy="362390"/>
            <a:chOff x="928994" y="1768751"/>
            <a:chExt cx="1745709" cy="362390"/>
          </a:xfrm>
        </p:grpSpPr>
        <p:grpSp>
          <p:nvGrpSpPr>
            <p:cNvPr id="313" name="Grupo 312">
              <a:extLst>
                <a:ext uri="{FF2B5EF4-FFF2-40B4-BE49-F238E27FC236}">
                  <a16:creationId xmlns:a16="http://schemas.microsoft.com/office/drawing/2014/main" id="{F0E3C26B-86B2-48AA-8EFD-A7221486F72B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15" name="Grupo 314">
                <a:extLst>
                  <a:ext uri="{FF2B5EF4-FFF2-40B4-BE49-F238E27FC236}">
                    <a16:creationId xmlns:a16="http://schemas.microsoft.com/office/drawing/2014/main" id="{32F44290-82B3-40F0-838C-34E735AC2481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17" name="Rectángulo: esquinas redondeadas 316">
                  <a:extLst>
                    <a:ext uri="{FF2B5EF4-FFF2-40B4-BE49-F238E27FC236}">
                      <a16:creationId xmlns:a16="http://schemas.microsoft.com/office/drawing/2014/main" id="{0543C177-BEE8-499E-BE1A-E0A7FAF35BB3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18" name="Rectángulo: esquinas redondeadas 4">
                  <a:extLst>
                    <a:ext uri="{FF2B5EF4-FFF2-40B4-BE49-F238E27FC236}">
                      <a16:creationId xmlns:a16="http://schemas.microsoft.com/office/drawing/2014/main" id="{E7444567-ED06-4315-9521-7F502D88B564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FIRMA COMERCIAL</a:t>
                  </a:r>
                </a:p>
              </p:txBody>
            </p:sp>
          </p:grpSp>
          <p:sp>
            <p:nvSpPr>
              <p:cNvPr id="316" name="Rectángulo: esquinas redondeadas 4">
                <a:extLst>
                  <a:ext uri="{FF2B5EF4-FFF2-40B4-BE49-F238E27FC236}">
                    <a16:creationId xmlns:a16="http://schemas.microsoft.com/office/drawing/2014/main" id="{291484C2-058D-4EF6-90B7-16A0A4BA4A7A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Tabla10</a:t>
                </a:r>
              </a:p>
            </p:txBody>
          </p:sp>
        </p:grpSp>
        <p:cxnSp>
          <p:nvCxnSpPr>
            <p:cNvPr id="314" name="Conector recto 313">
              <a:extLst>
                <a:ext uri="{FF2B5EF4-FFF2-40B4-BE49-F238E27FC236}">
                  <a16:creationId xmlns:a16="http://schemas.microsoft.com/office/drawing/2014/main" id="{B6EFDB3F-5F08-4A1C-B54B-CBCE47DC1AF0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1959E8BE-61FB-4DB8-95EE-F1F2F7611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352952"/>
              </p:ext>
            </p:extLst>
          </p:nvPr>
        </p:nvGraphicFramePr>
        <p:xfrm>
          <a:off x="8523889" y="620004"/>
          <a:ext cx="2722788" cy="3797919"/>
        </p:xfrm>
        <a:graphic>
          <a:graphicData uri="http://schemas.openxmlformats.org/drawingml/2006/table">
            <a:tbl>
              <a:tblPr/>
              <a:tblGrid>
                <a:gridCol w="246184">
                  <a:extLst>
                    <a:ext uri="{9D8B030D-6E8A-4147-A177-3AD203B41FA5}">
                      <a16:colId xmlns:a16="http://schemas.microsoft.com/office/drawing/2014/main" val="298331045"/>
                    </a:ext>
                  </a:extLst>
                </a:gridCol>
                <a:gridCol w="336329">
                  <a:extLst>
                    <a:ext uri="{9D8B030D-6E8A-4147-A177-3AD203B41FA5}">
                      <a16:colId xmlns:a16="http://schemas.microsoft.com/office/drawing/2014/main" val="3858241999"/>
                    </a:ext>
                  </a:extLst>
                </a:gridCol>
                <a:gridCol w="1248082">
                  <a:extLst>
                    <a:ext uri="{9D8B030D-6E8A-4147-A177-3AD203B41FA5}">
                      <a16:colId xmlns:a16="http://schemas.microsoft.com/office/drawing/2014/main" val="1963583154"/>
                    </a:ext>
                  </a:extLst>
                </a:gridCol>
                <a:gridCol w="494531">
                  <a:extLst>
                    <a:ext uri="{9D8B030D-6E8A-4147-A177-3AD203B41FA5}">
                      <a16:colId xmlns:a16="http://schemas.microsoft.com/office/drawing/2014/main" val="291553677"/>
                    </a:ext>
                  </a:extLst>
                </a:gridCol>
                <a:gridCol w="397662">
                  <a:extLst>
                    <a:ext uri="{9D8B030D-6E8A-4147-A177-3AD203B41FA5}">
                      <a16:colId xmlns:a16="http://schemas.microsoft.com/office/drawing/2014/main" val="1541156753"/>
                    </a:ext>
                  </a:extLst>
                </a:gridCol>
              </a:tblGrid>
              <a:tr h="114170"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CANT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 MEDIDA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CONCEPTO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PRECIO/UNIT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PRECIO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017241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FABRICACION DE LOTE DE PIEZAS PARA……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2,470.00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438607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SISTEMA DE ALINEACION………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4,500.00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94636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MANTENIMIENTO Y REPARACION DE PIEZAS…..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4,095.00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195096"/>
                  </a:ext>
                </a:extLst>
              </a:tr>
              <a:tr h="113658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FABRICACION DE LOTE DE PIEZAS PARA……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10,304.00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429482"/>
                  </a:ext>
                </a:extLst>
              </a:tr>
              <a:tr h="7679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JUEGO DE ESQUELETOS PARA ESCALERA (ANGULOS 2 UNIDADES)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250.00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3232432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PIEZAS PARA ESCALERA (PELDAÑOS) (8 PIEZAS)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840.00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090080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JUEGO DE CUCHILLA PARA ……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95.00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7843208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0.94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5405418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0.54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559498"/>
                  </a:ext>
                </a:extLst>
              </a:tr>
              <a:tr h="3949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PASADOR ESTANDAR (PIN)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Pend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075683"/>
                  </a:ext>
                </a:extLst>
              </a:tr>
              <a:tr h="3949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PARA PASADOR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Pend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345694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DE 25CM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3.79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498735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EN ANGULOS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2.12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172634"/>
                  </a:ext>
                </a:extLst>
              </a:tr>
              <a:tr h="3949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EN ANGULO (CONTRA CUÑA)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Pend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631548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FABRICACION DE LOTE DE PIEZAS NUEVAS….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720.00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467334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DE 10CM (20.8CM)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1.72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434493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DE  10 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1.72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938899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DE 15CM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2.15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437627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DE 25CM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4.05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339692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12 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1.67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9957880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 ALINEADOR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22.50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766219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 PARA GATO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11.54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759454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ÁNGULO ALINEADOR 2 1/2"x 2 1/2"x 1/4"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26.68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98847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ML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ALINEADOR DE PTR 2X1 (6 Piezas de 1,30 m)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44.00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117870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15CM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1.87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511156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20CM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2.05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053367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25CM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2.85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534548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30CM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3.75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946435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EN ANGULO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2.12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253770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CORBATA MURO DOBLE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3.50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566984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PUNTAL DE 3.0 MT NUEVOS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71.88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893833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PORTALIEADOR (CABALLITOS)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22.50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5883483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CUÑA EN ANGULOS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2.12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351378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SACA PANEL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22.46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281569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SACA CORBATAS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210.99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980436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PUNTAL DE 3.0 MT NUEVOS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62.50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988117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CERCHA DE 10 CM X 265CM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49.00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931825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CERCHA DE 10 CM X 290CM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56.00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721605"/>
                  </a:ext>
                </a:extLst>
              </a:tr>
              <a:tr h="76453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CERCHA DE 10 CM X 150CM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28.00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489344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PLATAFORMA ANTIDERRAPANTE 50*230CM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279.19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214459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PLATAFORMA ANTIDERRAPANTE 50*165CM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200.29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64660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PLATAFORMA  ANTIDERRAPANTE 50*80CM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97.11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232580"/>
                  </a:ext>
                </a:extLst>
              </a:tr>
              <a:tr h="7671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MENSULA PARA PARA ANDAMIOS ESTANDAR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131.81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067779"/>
                  </a:ext>
                </a:extLst>
              </a:tr>
              <a:tr h="7679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ALINEADORES DE CAPS TIPO 1.00 (PROTECCION VACIADO)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Pend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904085"/>
                  </a:ext>
                </a:extLst>
              </a:tr>
              <a:tr h="7679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PZ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ALINEADORES DE CAPS TIPO 1.20 (PROTECCION VACIADO)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Pend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587036"/>
                  </a:ext>
                </a:extLst>
              </a:tr>
              <a:tr h="76797"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LOTE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SERVICIO DE RECOLECCION DE PIEZAS A MANTENIMIENTO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80.00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600118"/>
                  </a:ext>
                </a:extLst>
              </a:tr>
              <a:tr h="113658">
                <a:tc>
                  <a:txBody>
                    <a:bodyPr/>
                    <a:lstStyle/>
                    <a:p>
                      <a:pPr algn="l" fontAlgn="b"/>
                      <a:endParaRPr lang="es-MX" sz="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47" marR="3347" marT="334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ACCESORIOS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SUBTOTAL 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720</a:t>
                      </a:r>
                    </a:p>
                  </a:txBody>
                  <a:tcPr marL="3347" marR="3347" marT="33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176929"/>
                  </a:ext>
                </a:extLst>
              </a:tr>
            </a:tbl>
          </a:graphicData>
        </a:graphic>
      </p:graphicFrame>
      <p:grpSp>
        <p:nvGrpSpPr>
          <p:cNvPr id="319" name="Grupo 318">
            <a:extLst>
              <a:ext uri="{FF2B5EF4-FFF2-40B4-BE49-F238E27FC236}">
                <a16:creationId xmlns:a16="http://schemas.microsoft.com/office/drawing/2014/main" id="{2E40E945-0B4B-4BA8-9A91-DB5D0DA3277D}"/>
              </a:ext>
            </a:extLst>
          </p:cNvPr>
          <p:cNvGrpSpPr/>
          <p:nvPr/>
        </p:nvGrpSpPr>
        <p:grpSpPr>
          <a:xfrm>
            <a:off x="8551425" y="5026882"/>
            <a:ext cx="1745709" cy="492763"/>
            <a:chOff x="928994" y="1768751"/>
            <a:chExt cx="1745709" cy="492763"/>
          </a:xfrm>
        </p:grpSpPr>
        <p:grpSp>
          <p:nvGrpSpPr>
            <p:cNvPr id="320" name="Grupo 319">
              <a:extLst>
                <a:ext uri="{FF2B5EF4-FFF2-40B4-BE49-F238E27FC236}">
                  <a16:creationId xmlns:a16="http://schemas.microsoft.com/office/drawing/2014/main" id="{3A840129-1453-4B9B-A0A8-61BECB761829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454354"/>
              <a:chOff x="1113847" y="1285671"/>
              <a:chExt cx="1729894" cy="454354"/>
            </a:xfrm>
          </p:grpSpPr>
          <p:grpSp>
            <p:nvGrpSpPr>
              <p:cNvPr id="322" name="Grupo 321">
                <a:extLst>
                  <a:ext uri="{FF2B5EF4-FFF2-40B4-BE49-F238E27FC236}">
                    <a16:creationId xmlns:a16="http://schemas.microsoft.com/office/drawing/2014/main" id="{CBB76A09-865B-42D0-A1EA-0AD9DF00801D}"/>
                  </a:ext>
                </a:extLst>
              </p:cNvPr>
              <p:cNvGrpSpPr/>
              <p:nvPr/>
            </p:nvGrpSpPr>
            <p:grpSpPr>
              <a:xfrm>
                <a:off x="1113847" y="1413000"/>
                <a:ext cx="1729894" cy="327025"/>
                <a:chOff x="3667463" y="797237"/>
                <a:chExt cx="740012" cy="433470"/>
              </a:xfrm>
            </p:grpSpPr>
            <p:sp>
              <p:nvSpPr>
                <p:cNvPr id="324" name="Rectángulo: esquinas redondeadas 323">
                  <a:extLst>
                    <a:ext uri="{FF2B5EF4-FFF2-40B4-BE49-F238E27FC236}">
                      <a16:creationId xmlns:a16="http://schemas.microsoft.com/office/drawing/2014/main" id="{D48BBC08-CD2A-46AE-BB7D-ECB106A04290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433470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25" name="Rectángulo: esquinas redondeadas 4">
                  <a:extLst>
                    <a:ext uri="{FF2B5EF4-FFF2-40B4-BE49-F238E27FC236}">
                      <a16:creationId xmlns:a16="http://schemas.microsoft.com/office/drawing/2014/main" id="{EDC91353-1FED-4094-9606-D226CEE175D1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406089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Importe en letra</a:t>
                  </a:r>
                </a:p>
                <a:p>
                  <a:pPr marL="514350" lvl="2" indent="-57150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kern="1200" noProof="0" dirty="0">
                      <a:solidFill>
                        <a:srgbClr val="297FB8"/>
                      </a:solidFill>
                    </a:rPr>
                    <a:t>RESUMEN VALORES</a:t>
                  </a:r>
                </a:p>
              </p:txBody>
            </p:sp>
          </p:grpSp>
          <p:sp>
            <p:nvSpPr>
              <p:cNvPr id="323" name="Rectángulo: esquinas redondeadas 4">
                <a:extLst>
                  <a:ext uri="{FF2B5EF4-FFF2-40B4-BE49-F238E27FC236}">
                    <a16:creationId xmlns:a16="http://schemas.microsoft.com/office/drawing/2014/main" id="{25CBAED8-037B-441A-9FE0-4908CC463BF0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Tabla7</a:t>
                </a:r>
              </a:p>
            </p:txBody>
          </p:sp>
        </p:grpSp>
        <p:cxnSp>
          <p:nvCxnSpPr>
            <p:cNvPr id="321" name="Conector recto 320">
              <a:extLst>
                <a:ext uri="{FF2B5EF4-FFF2-40B4-BE49-F238E27FC236}">
                  <a16:creationId xmlns:a16="http://schemas.microsoft.com/office/drawing/2014/main" id="{799FFEC3-3DE0-43C2-871A-AFFDFAA83B0E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6" name="Grupo 325">
            <a:extLst>
              <a:ext uri="{FF2B5EF4-FFF2-40B4-BE49-F238E27FC236}">
                <a16:creationId xmlns:a16="http://schemas.microsoft.com/office/drawing/2014/main" id="{746A0824-7976-4BAF-AE03-09357C1A3958}"/>
              </a:ext>
            </a:extLst>
          </p:cNvPr>
          <p:cNvGrpSpPr/>
          <p:nvPr/>
        </p:nvGrpSpPr>
        <p:grpSpPr>
          <a:xfrm>
            <a:off x="8535610" y="5548695"/>
            <a:ext cx="1745709" cy="362390"/>
            <a:chOff x="928994" y="1768751"/>
            <a:chExt cx="1745709" cy="362390"/>
          </a:xfrm>
        </p:grpSpPr>
        <p:grpSp>
          <p:nvGrpSpPr>
            <p:cNvPr id="327" name="Grupo 326">
              <a:extLst>
                <a:ext uri="{FF2B5EF4-FFF2-40B4-BE49-F238E27FC236}">
                  <a16:creationId xmlns:a16="http://schemas.microsoft.com/office/drawing/2014/main" id="{30CB4A6F-0C61-4D7A-8968-6A394AF9D9DF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29" name="Grupo 328">
                <a:extLst>
                  <a:ext uri="{FF2B5EF4-FFF2-40B4-BE49-F238E27FC236}">
                    <a16:creationId xmlns:a16="http://schemas.microsoft.com/office/drawing/2014/main" id="{3B316B48-1A27-4EC6-A74A-8998B68B9C60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31" name="Rectángulo: esquinas redondeadas 330">
                  <a:extLst>
                    <a:ext uri="{FF2B5EF4-FFF2-40B4-BE49-F238E27FC236}">
                      <a16:creationId xmlns:a16="http://schemas.microsoft.com/office/drawing/2014/main" id="{B4A2FBE2-D12C-4441-8F4C-377680B18D1A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32" name="Rectángulo: esquinas redondeadas 4">
                  <a:extLst>
                    <a:ext uri="{FF2B5EF4-FFF2-40B4-BE49-F238E27FC236}">
                      <a16:creationId xmlns:a16="http://schemas.microsoft.com/office/drawing/2014/main" id="{70B1DF80-4689-4807-A19B-0BB21F9EDBA8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COMERCIALES</a:t>
                  </a:r>
                </a:p>
              </p:txBody>
            </p:sp>
          </p:grpSp>
          <p:sp>
            <p:nvSpPr>
              <p:cNvPr id="330" name="Rectángulo: esquinas redondeadas 4">
                <a:extLst>
                  <a:ext uri="{FF2B5EF4-FFF2-40B4-BE49-F238E27FC236}">
                    <a16:creationId xmlns:a16="http://schemas.microsoft.com/office/drawing/2014/main" id="{2FF9B9E0-D83C-4506-B3AD-F07D659390A9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Tabla8</a:t>
                </a:r>
              </a:p>
            </p:txBody>
          </p:sp>
        </p:grpSp>
        <p:cxnSp>
          <p:nvCxnSpPr>
            <p:cNvPr id="328" name="Conector recto 327">
              <a:extLst>
                <a:ext uri="{FF2B5EF4-FFF2-40B4-BE49-F238E27FC236}">
                  <a16:creationId xmlns:a16="http://schemas.microsoft.com/office/drawing/2014/main" id="{10709C0F-F3E4-4A9F-B155-0E8A086B6AE8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Grupo 332">
            <a:extLst>
              <a:ext uri="{FF2B5EF4-FFF2-40B4-BE49-F238E27FC236}">
                <a16:creationId xmlns:a16="http://schemas.microsoft.com/office/drawing/2014/main" id="{91FE3357-2301-4D71-951A-7FB2A612C1DA}"/>
              </a:ext>
            </a:extLst>
          </p:cNvPr>
          <p:cNvGrpSpPr/>
          <p:nvPr/>
        </p:nvGrpSpPr>
        <p:grpSpPr>
          <a:xfrm>
            <a:off x="8523889" y="5955485"/>
            <a:ext cx="1745709" cy="362390"/>
            <a:chOff x="928994" y="1768751"/>
            <a:chExt cx="1745709" cy="362390"/>
          </a:xfrm>
        </p:grpSpPr>
        <p:grpSp>
          <p:nvGrpSpPr>
            <p:cNvPr id="334" name="Grupo 333">
              <a:extLst>
                <a:ext uri="{FF2B5EF4-FFF2-40B4-BE49-F238E27FC236}">
                  <a16:creationId xmlns:a16="http://schemas.microsoft.com/office/drawing/2014/main" id="{BDFCC8B7-267B-4087-A725-EC194C00754B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36" name="Grupo 335">
                <a:extLst>
                  <a:ext uri="{FF2B5EF4-FFF2-40B4-BE49-F238E27FC236}">
                    <a16:creationId xmlns:a16="http://schemas.microsoft.com/office/drawing/2014/main" id="{830D3AFC-8248-4FAB-A2DC-1617735AAF58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38" name="Rectángulo: esquinas redondeadas 337">
                  <a:extLst>
                    <a:ext uri="{FF2B5EF4-FFF2-40B4-BE49-F238E27FC236}">
                      <a16:creationId xmlns:a16="http://schemas.microsoft.com/office/drawing/2014/main" id="{95E30471-999D-4144-818A-85198F8C21C2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39" name="Rectángulo: esquinas redondeadas 4">
                  <a:extLst>
                    <a:ext uri="{FF2B5EF4-FFF2-40B4-BE49-F238E27FC236}">
                      <a16:creationId xmlns:a16="http://schemas.microsoft.com/office/drawing/2014/main" id="{D37CBC85-C3B6-42DC-994D-91E92DB3BEF3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CONDICIONES GENERALES</a:t>
                  </a:r>
                </a:p>
              </p:txBody>
            </p:sp>
          </p:grpSp>
          <p:sp>
            <p:nvSpPr>
              <p:cNvPr id="337" name="Rectángulo: esquinas redondeadas 4">
                <a:extLst>
                  <a:ext uri="{FF2B5EF4-FFF2-40B4-BE49-F238E27FC236}">
                    <a16:creationId xmlns:a16="http://schemas.microsoft.com/office/drawing/2014/main" id="{C2920583-F156-450E-ABB8-6A8E1E3C3166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Tabla9</a:t>
                </a:r>
              </a:p>
            </p:txBody>
          </p:sp>
        </p:grpSp>
        <p:cxnSp>
          <p:nvCxnSpPr>
            <p:cNvPr id="335" name="Conector recto 334">
              <a:extLst>
                <a:ext uri="{FF2B5EF4-FFF2-40B4-BE49-F238E27FC236}">
                  <a16:creationId xmlns:a16="http://schemas.microsoft.com/office/drawing/2014/main" id="{9FFF6F3A-BD2A-4D39-B946-59C586B191EC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0" name="Grupo 339">
            <a:extLst>
              <a:ext uri="{FF2B5EF4-FFF2-40B4-BE49-F238E27FC236}">
                <a16:creationId xmlns:a16="http://schemas.microsoft.com/office/drawing/2014/main" id="{5E1DA289-EB02-4193-A2CB-AF8A1177E658}"/>
              </a:ext>
            </a:extLst>
          </p:cNvPr>
          <p:cNvGrpSpPr/>
          <p:nvPr/>
        </p:nvGrpSpPr>
        <p:grpSpPr>
          <a:xfrm>
            <a:off x="8539704" y="6348437"/>
            <a:ext cx="1745709" cy="362390"/>
            <a:chOff x="928994" y="1768751"/>
            <a:chExt cx="1745709" cy="362390"/>
          </a:xfrm>
        </p:grpSpPr>
        <p:grpSp>
          <p:nvGrpSpPr>
            <p:cNvPr id="341" name="Grupo 340">
              <a:extLst>
                <a:ext uri="{FF2B5EF4-FFF2-40B4-BE49-F238E27FC236}">
                  <a16:creationId xmlns:a16="http://schemas.microsoft.com/office/drawing/2014/main" id="{6C3C3DE3-5C33-48DD-B12D-ACA101571D53}"/>
                </a:ext>
              </a:extLst>
            </p:cNvPr>
            <p:cNvGrpSpPr/>
            <p:nvPr/>
          </p:nvGrpSpPr>
          <p:grpSpPr>
            <a:xfrm>
              <a:off x="944809" y="1807160"/>
              <a:ext cx="1729894" cy="323981"/>
              <a:chOff x="1113847" y="1285671"/>
              <a:chExt cx="1729894" cy="323981"/>
            </a:xfrm>
          </p:grpSpPr>
          <p:grpSp>
            <p:nvGrpSpPr>
              <p:cNvPr id="343" name="Grupo 342">
                <a:extLst>
                  <a:ext uri="{FF2B5EF4-FFF2-40B4-BE49-F238E27FC236}">
                    <a16:creationId xmlns:a16="http://schemas.microsoft.com/office/drawing/2014/main" id="{D75995D9-E482-4422-92BB-3896069BFEC2}"/>
                  </a:ext>
                </a:extLst>
              </p:cNvPr>
              <p:cNvGrpSpPr/>
              <p:nvPr/>
            </p:nvGrpSpPr>
            <p:grpSpPr>
              <a:xfrm>
                <a:off x="1113847" y="1412999"/>
                <a:ext cx="1729894" cy="196653"/>
                <a:chOff x="3667463" y="797237"/>
                <a:chExt cx="740012" cy="260663"/>
              </a:xfrm>
            </p:grpSpPr>
            <p:sp>
              <p:nvSpPr>
                <p:cNvPr id="345" name="Rectángulo: esquinas redondeadas 344">
                  <a:extLst>
                    <a:ext uri="{FF2B5EF4-FFF2-40B4-BE49-F238E27FC236}">
                      <a16:creationId xmlns:a16="http://schemas.microsoft.com/office/drawing/2014/main" id="{D129EECB-E71F-40F3-A72A-15AE18C46A52}"/>
                    </a:ext>
                  </a:extLst>
                </p:cNvPr>
                <p:cNvSpPr/>
                <p:nvPr/>
              </p:nvSpPr>
              <p:spPr>
                <a:xfrm>
                  <a:off x="3667463" y="797237"/>
                  <a:ext cx="740012" cy="260663"/>
                </a:xfrm>
                <a:prstGeom prst="roundRect">
                  <a:avLst>
                    <a:gd name="adj" fmla="val 10000"/>
                  </a:avLst>
                </a:prstGeom>
              </p:spPr>
              <p:style>
                <a:lnRef idx="2">
                  <a:schemeClr val="accen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346" name="Rectángulo: esquinas redondeadas 4">
                  <a:extLst>
                    <a:ext uri="{FF2B5EF4-FFF2-40B4-BE49-F238E27FC236}">
                      <a16:creationId xmlns:a16="http://schemas.microsoft.com/office/drawing/2014/main" id="{88273A95-B63D-4957-9ADF-9883F5D5F956}"/>
                    </a:ext>
                  </a:extLst>
                </p:cNvPr>
                <p:cNvSpPr txBox="1"/>
                <p:nvPr/>
              </p:nvSpPr>
              <p:spPr>
                <a:xfrm>
                  <a:off x="3694841" y="824618"/>
                  <a:ext cx="712634" cy="174035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050" tIns="19050" rIns="19050" bIns="19050" numCol="1" spcCol="1270" anchor="t" anchorCtr="0">
                  <a:noAutofit/>
                </a:bodyPr>
                <a:lstStyle/>
                <a:p>
                  <a:pPr marL="57150" lvl="1" indent="-57150" algn="l" defTabSz="444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es-CO" sz="800" dirty="0">
                      <a:solidFill>
                        <a:srgbClr val="297FB8"/>
                      </a:solidFill>
                    </a:rPr>
                    <a:t>FIRMA COMERCIAL</a:t>
                  </a:r>
                </a:p>
              </p:txBody>
            </p:sp>
          </p:grpSp>
          <p:sp>
            <p:nvSpPr>
              <p:cNvPr id="344" name="Rectángulo: esquinas redondeadas 4">
                <a:extLst>
                  <a:ext uri="{FF2B5EF4-FFF2-40B4-BE49-F238E27FC236}">
                    <a16:creationId xmlns:a16="http://schemas.microsoft.com/office/drawing/2014/main" id="{923FEEF9-4B4D-475F-91F0-D283C9341FFD}"/>
                  </a:ext>
                </a:extLst>
              </p:cNvPr>
              <p:cNvSpPr txBox="1"/>
              <p:nvPr/>
            </p:nvSpPr>
            <p:spPr>
              <a:xfrm>
                <a:off x="1113847" y="1285671"/>
                <a:ext cx="1068945" cy="1169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050" tIns="19050" rIns="19050" bIns="19050" numCol="1" spcCol="1270" anchor="t" anchorCtr="0">
                <a:noAutofit/>
              </a:bodyPr>
              <a:lstStyle/>
              <a:p>
                <a:pPr marL="0" lvl="1" algn="l" defTabSz="4445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s-CO" sz="800" kern="1200" noProof="0" dirty="0">
                    <a:solidFill>
                      <a:srgbClr val="297FB8"/>
                    </a:solidFill>
                  </a:rPr>
                  <a:t>Tabla10</a:t>
                </a:r>
              </a:p>
            </p:txBody>
          </p:sp>
        </p:grpSp>
        <p:cxnSp>
          <p:nvCxnSpPr>
            <p:cNvPr id="342" name="Conector recto 341">
              <a:extLst>
                <a:ext uri="{FF2B5EF4-FFF2-40B4-BE49-F238E27FC236}">
                  <a16:creationId xmlns:a16="http://schemas.microsoft.com/office/drawing/2014/main" id="{7EFBE30C-29B9-4A92-B998-F48E90ABA743}"/>
                </a:ext>
              </a:extLst>
            </p:cNvPr>
            <p:cNvCxnSpPr/>
            <p:nvPr/>
          </p:nvCxnSpPr>
          <p:spPr>
            <a:xfrm>
              <a:off x="928994" y="1768751"/>
              <a:ext cx="1722268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0F95E76-5EA0-412C-B5AD-592F0F86D600}"/>
              </a:ext>
            </a:extLst>
          </p:cNvPr>
          <p:cNvSpPr/>
          <p:nvPr/>
        </p:nvSpPr>
        <p:spPr>
          <a:xfrm>
            <a:off x="8394127" y="544144"/>
            <a:ext cx="2982311" cy="4019280"/>
          </a:xfrm>
          <a:prstGeom prst="roundRect">
            <a:avLst>
              <a:gd name="adj" fmla="val 2934"/>
            </a:avLst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32081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547CA2FF965A4C80EB07F287D979E7" ma:contentTypeVersion="10" ma:contentTypeDescription="Crear nuevo documento." ma:contentTypeScope="" ma:versionID="3718dd2570825cf9a196332c15bc119e">
  <xsd:schema xmlns:xsd="http://www.w3.org/2001/XMLSchema" xmlns:xs="http://www.w3.org/2001/XMLSchema" xmlns:p="http://schemas.microsoft.com/office/2006/metadata/properties" xmlns:ns2="191f0433-4340-49e3-8edc-6d054b86f571" xmlns:ns3="2db42678-26b6-42c6-94f3-e76c9422a724" targetNamespace="http://schemas.microsoft.com/office/2006/metadata/properties" ma:root="true" ma:fieldsID="a52c3a219175fc9d9ee80eaaacecf805" ns2:_="" ns3:_="">
    <xsd:import namespace="191f0433-4340-49e3-8edc-6d054b86f571"/>
    <xsd:import namespace="2db42678-26b6-42c6-94f3-e76c9422a7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1f0433-4340-49e3-8edc-6d054b86f5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a3cc70b3-40e2-4473-832f-85343e566f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b42678-26b6-42c6-94f3-e76c9422a72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4c1447d-af60-4db2-ada3-dd38ef464ea1}" ma:internalName="TaxCatchAll" ma:showField="CatchAllData" ma:web="2db42678-26b6-42c6-94f3-e76c9422a7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91f0433-4340-49e3-8edc-6d054b86f571">
      <Terms xmlns="http://schemas.microsoft.com/office/infopath/2007/PartnerControls"/>
    </lcf76f155ced4ddcb4097134ff3c332f>
    <TaxCatchAll xmlns="2db42678-26b6-42c6-94f3-e76c9422a72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F9A9DF-2707-43EF-B444-EE325740CE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1f0433-4340-49e3-8edc-6d054b86f571"/>
    <ds:schemaRef ds:uri="2db42678-26b6-42c6-94f3-e76c9422a7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E42E30-1175-412E-9D21-E776874890EE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191f0433-4340-49e3-8edc-6d054b86f571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db42678-26b6-42c6-94f3-e76c9422a724"/>
  </ds:schemaRefs>
</ds:datastoreItem>
</file>

<file path=customXml/itemProps3.xml><?xml version="1.0" encoding="utf-8"?>
<ds:datastoreItem xmlns:ds="http://schemas.openxmlformats.org/officeDocument/2006/customXml" ds:itemID="{9B2C749D-B661-418F-8A13-C314C083EB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4581</TotalTime>
  <Words>721</Words>
  <Application>Microsoft Office PowerPoint</Application>
  <PresentationFormat>Panorámica</PresentationFormat>
  <Paragraphs>336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Bernardo Pedroza</dc:creator>
  <cp:lastModifiedBy>Arlex Cardona</cp:lastModifiedBy>
  <cp:revision>20</cp:revision>
  <dcterms:created xsi:type="dcterms:W3CDTF">2026-10-25T17:10:21Z</dcterms:created>
  <dcterms:modified xsi:type="dcterms:W3CDTF">2026-10-27T18:08:20Z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0x010100D5547CA2FF965A4C80EB07F287D979E7</vt:lpwstr>
  </property>
</Properties>
</file>